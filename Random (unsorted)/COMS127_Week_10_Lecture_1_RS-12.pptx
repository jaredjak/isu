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84" r:id="rId4"/>
    <p:sldId id="286" r:id="rId5"/>
    <p:sldId id="287" r:id="rId6"/>
    <p:sldId id="258" r:id="rId7"/>
    <p:sldId id="288" r:id="rId8"/>
    <p:sldId id="289" r:id="rId9"/>
    <p:sldId id="261" r:id="rId10"/>
    <p:sldId id="262" r:id="rId11"/>
    <p:sldId id="263" r:id="rId12"/>
    <p:sldId id="290" r:id="rId13"/>
    <p:sldId id="291" r:id="rId14"/>
    <p:sldId id="264" r:id="rId15"/>
    <p:sldId id="267" r:id="rId16"/>
    <p:sldId id="265" r:id="rId17"/>
    <p:sldId id="268" r:id="rId18"/>
    <p:sldId id="266" r:id="rId19"/>
    <p:sldId id="271" r:id="rId20"/>
    <p:sldId id="269" r:id="rId21"/>
    <p:sldId id="270" r:id="rId22"/>
    <p:sldId id="257" r:id="rId23"/>
    <p:sldId id="292" r:id="rId24"/>
    <p:sldId id="293" r:id="rId25"/>
    <p:sldId id="294" r:id="rId26"/>
    <p:sldId id="295" r:id="rId27"/>
    <p:sldId id="296" r:id="rId28"/>
    <p:sldId id="29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F34801-61AD-4A67-AF5C-CF0D661C2762}">
          <p14:sldIdLst>
            <p14:sldId id="256"/>
            <p14:sldId id="285"/>
            <p14:sldId id="284"/>
            <p14:sldId id="286"/>
            <p14:sldId id="287"/>
            <p14:sldId id="258"/>
            <p14:sldId id="288"/>
            <p14:sldId id="289"/>
            <p14:sldId id="261"/>
            <p14:sldId id="262"/>
            <p14:sldId id="263"/>
            <p14:sldId id="290"/>
            <p14:sldId id="291"/>
            <p14:sldId id="264"/>
            <p14:sldId id="267"/>
            <p14:sldId id="265"/>
            <p14:sldId id="268"/>
            <p14:sldId id="266"/>
            <p14:sldId id="271"/>
            <p14:sldId id="269"/>
            <p14:sldId id="270"/>
            <p14:sldId id="257"/>
            <p14:sldId id="292"/>
            <p14:sldId id="293"/>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098C0-F33F-4195-A105-F7E16C4E2448}" v="36" dt="2023-03-26T22:08:06.9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userId="3004dbd67fb7f2ca" providerId="LiveId" clId="{C270DCFE-DC78-4C4B-B6CF-35D1529988C8}"/>
    <pc:docChg chg="undo redo custSel addSld delSld modSld sldOrd">
      <pc:chgData name="Matthew" userId="3004dbd67fb7f2ca" providerId="LiveId" clId="{C270DCFE-DC78-4C4B-B6CF-35D1529988C8}" dt="2023-02-07T05:26:52.544" v="4934" actId="27107"/>
      <pc:docMkLst>
        <pc:docMk/>
      </pc:docMkLst>
      <pc:sldChg chg="modSp new mod">
        <pc:chgData name="Matthew" userId="3004dbd67fb7f2ca" providerId="LiveId" clId="{C270DCFE-DC78-4C4B-B6CF-35D1529988C8}" dt="2023-02-04T19:00:03.650" v="31" actId="20577"/>
        <pc:sldMkLst>
          <pc:docMk/>
          <pc:sldMk cId="3216822840" sldId="256"/>
        </pc:sldMkLst>
        <pc:spChg chg="mod">
          <ac:chgData name="Matthew" userId="3004dbd67fb7f2ca" providerId="LiveId" clId="{C270DCFE-DC78-4C4B-B6CF-35D1529988C8}" dt="2023-02-04T19:00:03.650" v="31" actId="20577"/>
          <ac:spMkLst>
            <pc:docMk/>
            <pc:sldMk cId="3216822840" sldId="256"/>
            <ac:spMk id="2" creationId="{427DBAE9-EF64-6E8D-397C-EBFEBF00850D}"/>
          </ac:spMkLst>
        </pc:spChg>
        <pc:spChg chg="mod">
          <ac:chgData name="Matthew" userId="3004dbd67fb7f2ca" providerId="LiveId" clId="{C270DCFE-DC78-4C4B-B6CF-35D1529988C8}" dt="2023-02-04T18:48:11.643" v="18" actId="20577"/>
          <ac:spMkLst>
            <pc:docMk/>
            <pc:sldMk cId="3216822840" sldId="256"/>
            <ac:spMk id="3" creationId="{0D31AA25-50AB-B744-53E9-A81C4F733FF9}"/>
          </ac:spMkLst>
        </pc:spChg>
      </pc:sldChg>
      <pc:sldChg chg="modSp add mod ord">
        <pc:chgData name="Matthew" userId="3004dbd67fb7f2ca" providerId="LiveId" clId="{C270DCFE-DC78-4C4B-B6CF-35D1529988C8}" dt="2023-02-05T10:44:12.862" v="2924"/>
        <pc:sldMkLst>
          <pc:docMk/>
          <pc:sldMk cId="563424669" sldId="257"/>
        </pc:sldMkLst>
        <pc:spChg chg="mod">
          <ac:chgData name="Matthew" userId="3004dbd67fb7f2ca" providerId="LiveId" clId="{C270DCFE-DC78-4C4B-B6CF-35D1529988C8}" dt="2023-02-05T10:35:10.984" v="2632" actId="20577"/>
          <ac:spMkLst>
            <pc:docMk/>
            <pc:sldMk cId="563424669" sldId="257"/>
            <ac:spMk id="2" creationId="{15D49F07-9D14-77FA-E54C-6FE738146DF9}"/>
          </ac:spMkLst>
        </pc:spChg>
      </pc:sldChg>
      <pc:sldChg chg="modSp add mod">
        <pc:chgData name="Matthew" userId="3004dbd67fb7f2ca" providerId="LiveId" clId="{C270DCFE-DC78-4C4B-B6CF-35D1529988C8}" dt="2023-02-05T10:35:29.708" v="2641"/>
        <pc:sldMkLst>
          <pc:docMk/>
          <pc:sldMk cId="831231460" sldId="258"/>
        </pc:sldMkLst>
        <pc:spChg chg="mod">
          <ac:chgData name="Matthew" userId="3004dbd67fb7f2ca" providerId="LiveId" clId="{C270DCFE-DC78-4C4B-B6CF-35D1529988C8}" dt="2023-02-05T10:35:29.708" v="2641"/>
          <ac:spMkLst>
            <pc:docMk/>
            <pc:sldMk cId="831231460" sldId="258"/>
            <ac:spMk id="2" creationId="{9F3155EC-7053-281D-1494-B1A60EC68CC6}"/>
          </ac:spMkLst>
        </pc:spChg>
      </pc:sldChg>
      <pc:sldChg chg="modSp add mod">
        <pc:chgData name="Matthew" userId="3004dbd67fb7f2ca" providerId="LiveId" clId="{C270DCFE-DC78-4C4B-B6CF-35D1529988C8}" dt="2023-02-05T10:35:34.229" v="2643"/>
        <pc:sldMkLst>
          <pc:docMk/>
          <pc:sldMk cId="230349514" sldId="259"/>
        </pc:sldMkLst>
        <pc:spChg chg="mod">
          <ac:chgData name="Matthew" userId="3004dbd67fb7f2ca" providerId="LiveId" clId="{C270DCFE-DC78-4C4B-B6CF-35D1529988C8}" dt="2023-02-05T10:35:34.229" v="2643"/>
          <ac:spMkLst>
            <pc:docMk/>
            <pc:sldMk cId="230349514" sldId="259"/>
            <ac:spMk id="2" creationId="{CE4CBF8F-0A2B-AD83-8491-F3C0F4024455}"/>
          </ac:spMkLst>
        </pc:spChg>
      </pc:sldChg>
      <pc:sldChg chg="modSp add mod ord">
        <pc:chgData name="Matthew" userId="3004dbd67fb7f2ca" providerId="LiveId" clId="{C270DCFE-DC78-4C4B-B6CF-35D1529988C8}" dt="2023-02-05T11:05:29.423" v="4017" actId="20577"/>
        <pc:sldMkLst>
          <pc:docMk/>
          <pc:sldMk cId="880976459" sldId="260"/>
        </pc:sldMkLst>
        <pc:spChg chg="mod">
          <ac:chgData name="Matthew" userId="3004dbd67fb7f2ca" providerId="LiveId" clId="{C270DCFE-DC78-4C4B-B6CF-35D1529988C8}" dt="2023-02-05T11:05:29.423" v="4017" actId="20577"/>
          <ac:spMkLst>
            <pc:docMk/>
            <pc:sldMk cId="880976459" sldId="260"/>
            <ac:spMk id="2" creationId="{BB7C9648-3167-CA9F-E2EB-6F3D2FDA6B92}"/>
          </ac:spMkLst>
        </pc:spChg>
      </pc:sldChg>
      <pc:sldChg chg="modSp add mod ord">
        <pc:chgData name="Matthew" userId="3004dbd67fb7f2ca" providerId="LiveId" clId="{C270DCFE-DC78-4C4B-B6CF-35D1529988C8}" dt="2023-02-05T11:05:27.598" v="4016" actId="20577"/>
        <pc:sldMkLst>
          <pc:docMk/>
          <pc:sldMk cId="2330364764" sldId="261"/>
        </pc:sldMkLst>
        <pc:spChg chg="mod">
          <ac:chgData name="Matthew" userId="3004dbd67fb7f2ca" providerId="LiveId" clId="{C270DCFE-DC78-4C4B-B6CF-35D1529988C8}" dt="2023-02-05T11:05:27.598" v="4016" actId="20577"/>
          <ac:spMkLst>
            <pc:docMk/>
            <pc:sldMk cId="2330364764" sldId="261"/>
            <ac:spMk id="2" creationId="{3959C797-9902-478D-F1FB-B4113017F622}"/>
          </ac:spMkLst>
        </pc:spChg>
      </pc:sldChg>
      <pc:sldChg chg="add">
        <pc:chgData name="Matthew" userId="3004dbd67fb7f2ca" providerId="LiveId" clId="{C270DCFE-DC78-4C4B-B6CF-35D1529988C8}" dt="2023-02-04T18:48:32.863" v="19"/>
        <pc:sldMkLst>
          <pc:docMk/>
          <pc:sldMk cId="3273870521" sldId="284"/>
        </pc:sldMkLst>
      </pc:sldChg>
      <pc:sldChg chg="add">
        <pc:chgData name="Matthew" userId="3004dbd67fb7f2ca" providerId="LiveId" clId="{C270DCFE-DC78-4C4B-B6CF-35D1529988C8}" dt="2023-02-04T18:48:32.863" v="19"/>
        <pc:sldMkLst>
          <pc:docMk/>
          <pc:sldMk cId="1598937220" sldId="285"/>
        </pc:sldMkLst>
      </pc:sldChg>
      <pc:sldChg chg="modSp add mod">
        <pc:chgData name="Matthew" userId="3004dbd67fb7f2ca" providerId="LiveId" clId="{C270DCFE-DC78-4C4B-B6CF-35D1529988C8}" dt="2023-02-04T18:48:43.447" v="24" actId="20577"/>
        <pc:sldMkLst>
          <pc:docMk/>
          <pc:sldMk cId="3696798408" sldId="286"/>
        </pc:sldMkLst>
        <pc:spChg chg="mod">
          <ac:chgData name="Matthew" userId="3004dbd67fb7f2ca" providerId="LiveId" clId="{C270DCFE-DC78-4C4B-B6CF-35D1529988C8}" dt="2023-02-04T18:48:43.447" v="24" actId="20577"/>
          <ac:spMkLst>
            <pc:docMk/>
            <pc:sldMk cId="3696798408" sldId="286"/>
            <ac:spMk id="3" creationId="{D6BF1FEB-41FE-ED53-3805-DD2B95E79528}"/>
          </ac:spMkLst>
        </pc:spChg>
      </pc:sldChg>
      <pc:sldChg chg="modSp new mod">
        <pc:chgData name="Matthew" userId="3004dbd67fb7f2ca" providerId="LiveId" clId="{C270DCFE-DC78-4C4B-B6CF-35D1529988C8}" dt="2023-02-05T01:58:45.820" v="1034" actId="20577"/>
        <pc:sldMkLst>
          <pc:docMk/>
          <pc:sldMk cId="3621479473" sldId="287"/>
        </pc:sldMkLst>
        <pc:spChg chg="mod">
          <ac:chgData name="Matthew" userId="3004dbd67fb7f2ca" providerId="LiveId" clId="{C270DCFE-DC78-4C4B-B6CF-35D1529988C8}" dt="2023-02-05T01:58:45.820" v="1034" actId="20577"/>
          <ac:spMkLst>
            <pc:docMk/>
            <pc:sldMk cId="3621479473" sldId="287"/>
            <ac:spMk id="2" creationId="{078A631C-DB64-DB02-11BC-E012B25BEDB3}"/>
          </ac:spMkLst>
        </pc:spChg>
        <pc:spChg chg="mod">
          <ac:chgData name="Matthew" userId="3004dbd67fb7f2ca" providerId="LiveId" clId="{C270DCFE-DC78-4C4B-B6CF-35D1529988C8}" dt="2023-02-05T01:37:55.071" v="344" actId="5793"/>
          <ac:spMkLst>
            <pc:docMk/>
            <pc:sldMk cId="3621479473" sldId="287"/>
            <ac:spMk id="3" creationId="{91BA195C-894B-A563-9C59-0DB538CA1AAF}"/>
          </ac:spMkLst>
        </pc:spChg>
      </pc:sldChg>
      <pc:sldChg chg="modSp new mod">
        <pc:chgData name="Matthew" userId="3004dbd67fb7f2ca" providerId="LiveId" clId="{C270DCFE-DC78-4C4B-B6CF-35D1529988C8}" dt="2023-02-05T02:45:37.440" v="1046" actId="20577"/>
        <pc:sldMkLst>
          <pc:docMk/>
          <pc:sldMk cId="755573264" sldId="288"/>
        </pc:sldMkLst>
        <pc:spChg chg="mod">
          <ac:chgData name="Matthew" userId="3004dbd67fb7f2ca" providerId="LiveId" clId="{C270DCFE-DC78-4C4B-B6CF-35D1529988C8}" dt="2023-02-05T01:58:38.633" v="1030" actId="20577"/>
          <ac:spMkLst>
            <pc:docMk/>
            <pc:sldMk cId="755573264" sldId="288"/>
            <ac:spMk id="2" creationId="{E80C6D7F-6E0A-5BC1-94AC-19B4B3BDF47A}"/>
          </ac:spMkLst>
        </pc:spChg>
        <pc:spChg chg="mod">
          <ac:chgData name="Matthew" userId="3004dbd67fb7f2ca" providerId="LiveId" clId="{C270DCFE-DC78-4C4B-B6CF-35D1529988C8}" dt="2023-02-05T02:45:37.440" v="1046" actId="20577"/>
          <ac:spMkLst>
            <pc:docMk/>
            <pc:sldMk cId="755573264" sldId="288"/>
            <ac:spMk id="3" creationId="{A781910B-B695-9486-5DBD-150D0C30E271}"/>
          </ac:spMkLst>
        </pc:spChg>
      </pc:sldChg>
      <pc:sldChg chg="modSp new mod">
        <pc:chgData name="Matthew" userId="3004dbd67fb7f2ca" providerId="LiveId" clId="{C270DCFE-DC78-4C4B-B6CF-35D1529988C8}" dt="2023-02-05T03:12:18.418" v="1380" actId="20577"/>
        <pc:sldMkLst>
          <pc:docMk/>
          <pc:sldMk cId="1681460913" sldId="289"/>
        </pc:sldMkLst>
        <pc:spChg chg="mod">
          <ac:chgData name="Matthew" userId="3004dbd67fb7f2ca" providerId="LiveId" clId="{C270DCFE-DC78-4C4B-B6CF-35D1529988C8}" dt="2023-02-05T02:46:58.326" v="1146" actId="6549"/>
          <ac:spMkLst>
            <pc:docMk/>
            <pc:sldMk cId="1681460913" sldId="289"/>
            <ac:spMk id="2" creationId="{CAD30A2A-9F6D-6F36-18D2-41CF50BBC5A1}"/>
          </ac:spMkLst>
        </pc:spChg>
        <pc:spChg chg="mod">
          <ac:chgData name="Matthew" userId="3004dbd67fb7f2ca" providerId="LiveId" clId="{C270DCFE-DC78-4C4B-B6CF-35D1529988C8}" dt="2023-02-05T03:12:18.418" v="1380" actId="20577"/>
          <ac:spMkLst>
            <pc:docMk/>
            <pc:sldMk cId="1681460913" sldId="289"/>
            <ac:spMk id="3" creationId="{4D716BCF-A9FE-6E67-9296-812E76E1EF7B}"/>
          </ac:spMkLst>
        </pc:spChg>
      </pc:sldChg>
      <pc:sldChg chg="modSp new mod">
        <pc:chgData name="Matthew" userId="3004dbd67fb7f2ca" providerId="LiveId" clId="{C270DCFE-DC78-4C4B-B6CF-35D1529988C8}" dt="2023-02-05T03:35:03.027" v="2357" actId="20577"/>
        <pc:sldMkLst>
          <pc:docMk/>
          <pc:sldMk cId="3101608356" sldId="290"/>
        </pc:sldMkLst>
        <pc:spChg chg="mod">
          <ac:chgData name="Matthew" userId="3004dbd67fb7f2ca" providerId="LiveId" clId="{C270DCFE-DC78-4C4B-B6CF-35D1529988C8}" dt="2023-02-05T03:12:44.311" v="1413" actId="20577"/>
          <ac:spMkLst>
            <pc:docMk/>
            <pc:sldMk cId="3101608356" sldId="290"/>
            <ac:spMk id="2" creationId="{A9290CB0-7E8D-9EFD-3D9A-86E5B56AA4C9}"/>
          </ac:spMkLst>
        </pc:spChg>
        <pc:spChg chg="mod">
          <ac:chgData name="Matthew" userId="3004dbd67fb7f2ca" providerId="LiveId" clId="{C270DCFE-DC78-4C4B-B6CF-35D1529988C8}" dt="2023-02-05T03:35:03.027" v="2357" actId="20577"/>
          <ac:spMkLst>
            <pc:docMk/>
            <pc:sldMk cId="3101608356" sldId="290"/>
            <ac:spMk id="3" creationId="{47A0B928-92E6-231F-373F-E8510AD33E45}"/>
          </ac:spMkLst>
        </pc:spChg>
      </pc:sldChg>
      <pc:sldChg chg="addSp delSp modSp new mod">
        <pc:chgData name="Matthew" userId="3004dbd67fb7f2ca" providerId="LiveId" clId="{C270DCFE-DC78-4C4B-B6CF-35D1529988C8}" dt="2023-02-05T03:22:08.904" v="2075" actId="1076"/>
        <pc:sldMkLst>
          <pc:docMk/>
          <pc:sldMk cId="298717145" sldId="291"/>
        </pc:sldMkLst>
        <pc:spChg chg="mod">
          <ac:chgData name="Matthew" userId="3004dbd67fb7f2ca" providerId="LiveId" clId="{C270DCFE-DC78-4C4B-B6CF-35D1529988C8}" dt="2023-02-05T03:19:21.389" v="2055" actId="20577"/>
          <ac:spMkLst>
            <pc:docMk/>
            <pc:sldMk cId="298717145" sldId="291"/>
            <ac:spMk id="2" creationId="{618D0108-22F9-861E-9AC9-BE8749B3120F}"/>
          </ac:spMkLst>
        </pc:spChg>
        <pc:spChg chg="del">
          <ac:chgData name="Matthew" userId="3004dbd67fb7f2ca" providerId="LiveId" clId="{C270DCFE-DC78-4C4B-B6CF-35D1529988C8}" dt="2023-02-05T03:19:44.976" v="2056" actId="478"/>
          <ac:spMkLst>
            <pc:docMk/>
            <pc:sldMk cId="298717145" sldId="291"/>
            <ac:spMk id="3" creationId="{D9BEC596-805A-C231-9981-31453EA3F6D2}"/>
          </ac:spMkLst>
        </pc:spChg>
        <pc:spChg chg="add del">
          <ac:chgData name="Matthew" userId="3004dbd67fb7f2ca" providerId="LiveId" clId="{C270DCFE-DC78-4C4B-B6CF-35D1529988C8}" dt="2023-02-05T03:20:24.517" v="2059" actId="478"/>
          <ac:spMkLst>
            <pc:docMk/>
            <pc:sldMk cId="298717145" sldId="291"/>
            <ac:spMk id="4" creationId="{3278B49D-05CB-FA56-9BDD-5B9F4FC639FA}"/>
          </ac:spMkLst>
        </pc:spChg>
        <pc:spChg chg="add mod">
          <ac:chgData name="Matthew" userId="3004dbd67fb7f2ca" providerId="LiveId" clId="{C270DCFE-DC78-4C4B-B6CF-35D1529988C8}" dt="2023-02-05T03:22:08.904" v="2075" actId="1076"/>
          <ac:spMkLst>
            <pc:docMk/>
            <pc:sldMk cId="298717145" sldId="291"/>
            <ac:spMk id="5" creationId="{B294700E-BCF0-C77E-04A7-C682B95F1ABC}"/>
          </ac:spMkLst>
        </pc:spChg>
      </pc:sldChg>
      <pc:sldChg chg="addSp delSp modSp new mod">
        <pc:chgData name="Matthew" userId="3004dbd67fb7f2ca" providerId="LiveId" clId="{C270DCFE-DC78-4C4B-B6CF-35D1529988C8}" dt="2023-02-07T05:26:52.544" v="4934" actId="27107"/>
        <pc:sldMkLst>
          <pc:docMk/>
          <pc:sldMk cId="4131760095" sldId="292"/>
        </pc:sldMkLst>
        <pc:spChg chg="mod">
          <ac:chgData name="Matthew" userId="3004dbd67fb7f2ca" providerId="LiveId" clId="{C270DCFE-DC78-4C4B-B6CF-35D1529988C8}" dt="2023-02-05T03:22:51.096" v="2085" actId="20577"/>
          <ac:spMkLst>
            <pc:docMk/>
            <pc:sldMk cId="4131760095" sldId="292"/>
            <ac:spMk id="2" creationId="{11F16C0B-8E6F-08E6-41C1-8A7BA688900D}"/>
          </ac:spMkLst>
        </pc:spChg>
        <pc:spChg chg="del">
          <ac:chgData name="Matthew" userId="3004dbd67fb7f2ca" providerId="LiveId" clId="{C270DCFE-DC78-4C4B-B6CF-35D1529988C8}" dt="2023-02-05T03:22:46.230" v="2077" actId="478"/>
          <ac:spMkLst>
            <pc:docMk/>
            <pc:sldMk cId="4131760095" sldId="292"/>
            <ac:spMk id="3" creationId="{2FA9BCAD-F2D8-1FB7-E1DF-7751B2EE0990}"/>
          </ac:spMkLst>
        </pc:spChg>
        <pc:spChg chg="add mod">
          <ac:chgData name="Matthew" userId="3004dbd67fb7f2ca" providerId="LiveId" clId="{C270DCFE-DC78-4C4B-B6CF-35D1529988C8}" dt="2023-02-07T05:26:52.544" v="4934" actId="27107"/>
          <ac:spMkLst>
            <pc:docMk/>
            <pc:sldMk cId="4131760095" sldId="292"/>
            <ac:spMk id="4" creationId="{599228FE-BAD8-E1D1-A744-9AB694B33CB2}"/>
          </ac:spMkLst>
        </pc:spChg>
      </pc:sldChg>
      <pc:sldChg chg="addSp delSp modSp new mod">
        <pc:chgData name="Matthew" userId="3004dbd67fb7f2ca" providerId="LiveId" clId="{C270DCFE-DC78-4C4B-B6CF-35D1529988C8}" dt="2023-02-05T03:29:07.521" v="2129" actId="1076"/>
        <pc:sldMkLst>
          <pc:docMk/>
          <pc:sldMk cId="4205368637" sldId="293"/>
        </pc:sldMkLst>
        <pc:spChg chg="mod">
          <ac:chgData name="Matthew" userId="3004dbd67fb7f2ca" providerId="LiveId" clId="{C270DCFE-DC78-4C4B-B6CF-35D1529988C8}" dt="2023-02-05T03:26:50.825" v="2119" actId="20577"/>
          <ac:spMkLst>
            <pc:docMk/>
            <pc:sldMk cId="4205368637" sldId="293"/>
            <ac:spMk id="2" creationId="{DC676F6E-45A7-1EAD-54EB-25659ECB6DCF}"/>
          </ac:spMkLst>
        </pc:spChg>
        <pc:spChg chg="add del">
          <ac:chgData name="Matthew" userId="3004dbd67fb7f2ca" providerId="LiveId" clId="{C270DCFE-DC78-4C4B-B6CF-35D1529988C8}" dt="2023-02-05T03:27:00.852" v="2122" actId="478"/>
          <ac:spMkLst>
            <pc:docMk/>
            <pc:sldMk cId="4205368637" sldId="293"/>
            <ac:spMk id="3" creationId="{26231E7D-9871-7B4B-3C96-1F0E9929491E}"/>
          </ac:spMkLst>
        </pc:spChg>
        <pc:spChg chg="add del mod">
          <ac:chgData name="Matthew" userId="3004dbd67fb7f2ca" providerId="LiveId" clId="{C270DCFE-DC78-4C4B-B6CF-35D1529988C8}" dt="2023-02-05T03:26:58.763" v="2121"/>
          <ac:spMkLst>
            <pc:docMk/>
            <pc:sldMk cId="4205368637" sldId="293"/>
            <ac:spMk id="4" creationId="{AB4C1E77-D5F7-2FDC-BA1B-1A556EA2CABA}"/>
          </ac:spMkLst>
        </pc:spChg>
        <pc:spChg chg="add mod">
          <ac:chgData name="Matthew" userId="3004dbd67fb7f2ca" providerId="LiveId" clId="{C270DCFE-DC78-4C4B-B6CF-35D1529988C8}" dt="2023-02-05T03:29:07.521" v="2129" actId="1076"/>
          <ac:spMkLst>
            <pc:docMk/>
            <pc:sldMk cId="4205368637" sldId="293"/>
            <ac:spMk id="5" creationId="{62DAFA28-D055-491C-0E34-3FE5A0555D63}"/>
          </ac:spMkLst>
        </pc:spChg>
      </pc:sldChg>
      <pc:sldChg chg="addSp delSp modSp new mod">
        <pc:chgData name="Matthew" userId="3004dbd67fb7f2ca" providerId="LiveId" clId="{C270DCFE-DC78-4C4B-B6CF-35D1529988C8}" dt="2023-02-05T03:31:46.996" v="2175" actId="1076"/>
        <pc:sldMkLst>
          <pc:docMk/>
          <pc:sldMk cId="1786773919" sldId="294"/>
        </pc:sldMkLst>
        <pc:spChg chg="mod">
          <ac:chgData name="Matthew" userId="3004dbd67fb7f2ca" providerId="LiveId" clId="{C270DCFE-DC78-4C4B-B6CF-35D1529988C8}" dt="2023-02-05T03:29:29.165" v="2169" actId="20577"/>
          <ac:spMkLst>
            <pc:docMk/>
            <pc:sldMk cId="1786773919" sldId="294"/>
            <ac:spMk id="2" creationId="{D8964063-6D87-E0FF-E840-5399208BB3A9}"/>
          </ac:spMkLst>
        </pc:spChg>
        <pc:spChg chg="del">
          <ac:chgData name="Matthew" userId="3004dbd67fb7f2ca" providerId="LiveId" clId="{C270DCFE-DC78-4C4B-B6CF-35D1529988C8}" dt="2023-02-05T03:29:35.443" v="2170" actId="478"/>
          <ac:spMkLst>
            <pc:docMk/>
            <pc:sldMk cId="1786773919" sldId="294"/>
            <ac:spMk id="3" creationId="{CEB7C254-7EA5-895D-BB02-1E78A14353E5}"/>
          </ac:spMkLst>
        </pc:spChg>
        <pc:spChg chg="add mod">
          <ac:chgData name="Matthew" userId="3004dbd67fb7f2ca" providerId="LiveId" clId="{C270DCFE-DC78-4C4B-B6CF-35D1529988C8}" dt="2023-02-05T03:31:46.996" v="2175" actId="1076"/>
          <ac:spMkLst>
            <pc:docMk/>
            <pc:sldMk cId="1786773919" sldId="294"/>
            <ac:spMk id="4" creationId="{6AF60F2D-BAE1-5747-A8A6-703CCD2DCEED}"/>
          </ac:spMkLst>
        </pc:spChg>
      </pc:sldChg>
      <pc:sldChg chg="modSp new mod">
        <pc:chgData name="Matthew" userId="3004dbd67fb7f2ca" providerId="LiveId" clId="{C270DCFE-DC78-4C4B-B6CF-35D1529988C8}" dt="2023-02-05T10:46:41.459" v="3192" actId="114"/>
        <pc:sldMkLst>
          <pc:docMk/>
          <pc:sldMk cId="2030001314" sldId="295"/>
        </pc:sldMkLst>
        <pc:spChg chg="mod">
          <ac:chgData name="Matthew" userId="3004dbd67fb7f2ca" providerId="LiveId" clId="{C270DCFE-DC78-4C4B-B6CF-35D1529988C8}" dt="2023-02-05T03:32:38.516" v="2177"/>
          <ac:spMkLst>
            <pc:docMk/>
            <pc:sldMk cId="2030001314" sldId="295"/>
            <ac:spMk id="2" creationId="{ACB31B6C-37AC-8CE5-0431-C174EC99EA4B}"/>
          </ac:spMkLst>
        </pc:spChg>
        <pc:spChg chg="mod">
          <ac:chgData name="Matthew" userId="3004dbd67fb7f2ca" providerId="LiveId" clId="{C270DCFE-DC78-4C4B-B6CF-35D1529988C8}" dt="2023-02-05T10:46:41.459" v="3192" actId="114"/>
          <ac:spMkLst>
            <pc:docMk/>
            <pc:sldMk cId="2030001314" sldId="295"/>
            <ac:spMk id="3" creationId="{BA65AAB3-DDD8-BB53-A350-2786334AFC81}"/>
          </ac:spMkLst>
        </pc:spChg>
      </pc:sldChg>
      <pc:sldChg chg="addSp delSp modSp new mod">
        <pc:chgData name="Matthew" userId="3004dbd67fb7f2ca" providerId="LiveId" clId="{C270DCFE-DC78-4C4B-B6CF-35D1529988C8}" dt="2023-02-05T03:37:48.408" v="2454" actId="1076"/>
        <pc:sldMkLst>
          <pc:docMk/>
          <pc:sldMk cId="2468366755" sldId="296"/>
        </pc:sldMkLst>
        <pc:spChg chg="mod">
          <ac:chgData name="Matthew" userId="3004dbd67fb7f2ca" providerId="LiveId" clId="{C270DCFE-DC78-4C4B-B6CF-35D1529988C8}" dt="2023-02-05T03:35:49.042" v="2447" actId="20577"/>
          <ac:spMkLst>
            <pc:docMk/>
            <pc:sldMk cId="2468366755" sldId="296"/>
            <ac:spMk id="2" creationId="{FB57ECBC-D279-D610-F204-CF25F101A44C}"/>
          </ac:spMkLst>
        </pc:spChg>
        <pc:spChg chg="del">
          <ac:chgData name="Matthew" userId="3004dbd67fb7f2ca" providerId="LiveId" clId="{C270DCFE-DC78-4C4B-B6CF-35D1529988C8}" dt="2023-02-05T03:35:56.746" v="2448" actId="478"/>
          <ac:spMkLst>
            <pc:docMk/>
            <pc:sldMk cId="2468366755" sldId="296"/>
            <ac:spMk id="3" creationId="{5D966824-E0C2-08F6-D0D3-D9CF84366732}"/>
          </ac:spMkLst>
        </pc:spChg>
        <pc:spChg chg="add mod">
          <ac:chgData name="Matthew" userId="3004dbd67fb7f2ca" providerId="LiveId" clId="{C270DCFE-DC78-4C4B-B6CF-35D1529988C8}" dt="2023-02-05T03:37:48.408" v="2454" actId="1076"/>
          <ac:spMkLst>
            <pc:docMk/>
            <pc:sldMk cId="2468366755" sldId="296"/>
            <ac:spMk id="4" creationId="{E700CEF4-229C-068C-A196-2E2C2046DC98}"/>
          </ac:spMkLst>
        </pc:spChg>
      </pc:sldChg>
      <pc:sldChg chg="modSp new mod">
        <pc:chgData name="Matthew" userId="3004dbd67fb7f2ca" providerId="LiveId" clId="{C270DCFE-DC78-4C4B-B6CF-35D1529988C8}" dt="2023-02-05T10:41:15.201" v="2918" actId="20577"/>
        <pc:sldMkLst>
          <pc:docMk/>
          <pc:sldMk cId="2680532917" sldId="297"/>
        </pc:sldMkLst>
        <pc:spChg chg="mod">
          <ac:chgData name="Matthew" userId="3004dbd67fb7f2ca" providerId="LiveId" clId="{C270DCFE-DC78-4C4B-B6CF-35D1529988C8}" dt="2023-02-05T10:38:59.559" v="2694" actId="20577"/>
          <ac:spMkLst>
            <pc:docMk/>
            <pc:sldMk cId="2680532917" sldId="297"/>
            <ac:spMk id="2" creationId="{05A71E82-A2C2-212A-AB07-2C8E2CBE7DC1}"/>
          </ac:spMkLst>
        </pc:spChg>
        <pc:spChg chg="mod">
          <ac:chgData name="Matthew" userId="3004dbd67fb7f2ca" providerId="LiveId" clId="{C270DCFE-DC78-4C4B-B6CF-35D1529988C8}" dt="2023-02-05T10:41:15.201" v="2918" actId="20577"/>
          <ac:spMkLst>
            <pc:docMk/>
            <pc:sldMk cId="2680532917" sldId="297"/>
            <ac:spMk id="3" creationId="{2F464ED5-4B78-A7AC-D61A-E97085A952D8}"/>
          </ac:spMkLst>
        </pc:spChg>
      </pc:sldChg>
      <pc:sldChg chg="add del">
        <pc:chgData name="Matthew" userId="3004dbd67fb7f2ca" providerId="LiveId" clId="{C270DCFE-DC78-4C4B-B6CF-35D1529988C8}" dt="2023-02-05T10:34:57.170" v="2614" actId="47"/>
        <pc:sldMkLst>
          <pc:docMk/>
          <pc:sldMk cId="3426770005" sldId="297"/>
        </pc:sldMkLst>
      </pc:sldChg>
      <pc:sldChg chg="modSp new del mod">
        <pc:chgData name="Matthew" userId="3004dbd67fb7f2ca" providerId="LiveId" clId="{C270DCFE-DC78-4C4B-B6CF-35D1529988C8}" dt="2023-02-05T10:34:24.758" v="2612" actId="47"/>
        <pc:sldMkLst>
          <pc:docMk/>
          <pc:sldMk cId="3744418426" sldId="297"/>
        </pc:sldMkLst>
        <pc:spChg chg="mod">
          <ac:chgData name="Matthew" userId="3004dbd67fb7f2ca" providerId="LiveId" clId="{C270DCFE-DC78-4C4B-B6CF-35D1529988C8}" dt="2023-02-05T10:34:14.224" v="2611" actId="20577"/>
          <ac:spMkLst>
            <pc:docMk/>
            <pc:sldMk cId="3744418426" sldId="297"/>
            <ac:spMk id="2" creationId="{EB7ABA3E-0415-FAA8-04B3-6CB3C3C19272}"/>
          </ac:spMkLst>
        </pc:spChg>
      </pc:sldChg>
      <pc:sldChg chg="modSp new mod">
        <pc:chgData name="Matthew" userId="3004dbd67fb7f2ca" providerId="LiveId" clId="{C270DCFE-DC78-4C4B-B6CF-35D1529988C8}" dt="2023-02-05T10:51:21.536" v="3715" actId="20577"/>
        <pc:sldMkLst>
          <pc:docMk/>
          <pc:sldMk cId="1917419562" sldId="298"/>
        </pc:sldMkLst>
        <pc:spChg chg="mod">
          <ac:chgData name="Matthew" userId="3004dbd67fb7f2ca" providerId="LiveId" clId="{C270DCFE-DC78-4C4B-B6CF-35D1529988C8}" dt="2023-02-05T10:51:21.536" v="3715" actId="20577"/>
          <ac:spMkLst>
            <pc:docMk/>
            <pc:sldMk cId="1917419562" sldId="298"/>
            <ac:spMk id="2" creationId="{5A379568-284F-0100-922B-EE39BFAAB70F}"/>
          </ac:spMkLst>
        </pc:spChg>
        <pc:spChg chg="mod">
          <ac:chgData name="Matthew" userId="3004dbd67fb7f2ca" providerId="LiveId" clId="{C270DCFE-DC78-4C4B-B6CF-35D1529988C8}" dt="2023-02-05T10:50:55.474" v="3699" actId="20577"/>
          <ac:spMkLst>
            <pc:docMk/>
            <pc:sldMk cId="1917419562" sldId="298"/>
            <ac:spMk id="3" creationId="{6BA0D4E1-40F9-16ED-8164-F9151366B118}"/>
          </ac:spMkLst>
        </pc:spChg>
      </pc:sldChg>
      <pc:sldChg chg="modSp new mod">
        <pc:chgData name="Matthew" userId="3004dbd67fb7f2ca" providerId="LiveId" clId="{C270DCFE-DC78-4C4B-B6CF-35D1529988C8}" dt="2023-02-05T11:04:35.244" v="4011" actId="20577"/>
        <pc:sldMkLst>
          <pc:docMk/>
          <pc:sldMk cId="1624383325" sldId="299"/>
        </pc:sldMkLst>
        <pc:spChg chg="mod">
          <ac:chgData name="Matthew" userId="3004dbd67fb7f2ca" providerId="LiveId" clId="{C270DCFE-DC78-4C4B-B6CF-35D1529988C8}" dt="2023-02-05T11:04:21.819" v="3970" actId="20577"/>
          <ac:spMkLst>
            <pc:docMk/>
            <pc:sldMk cId="1624383325" sldId="299"/>
            <ac:spMk id="2" creationId="{89D08D22-D775-2649-95DB-64857D3FFDEE}"/>
          </ac:spMkLst>
        </pc:spChg>
        <pc:spChg chg="mod">
          <ac:chgData name="Matthew" userId="3004dbd67fb7f2ca" providerId="LiveId" clId="{C270DCFE-DC78-4C4B-B6CF-35D1529988C8}" dt="2023-02-05T11:04:35.244" v="4011" actId="20577"/>
          <ac:spMkLst>
            <pc:docMk/>
            <pc:sldMk cId="1624383325" sldId="299"/>
            <ac:spMk id="3" creationId="{A94F734A-D207-5BBA-D98C-08BEE61BA9A0}"/>
          </ac:spMkLst>
        </pc:spChg>
      </pc:sldChg>
      <pc:sldChg chg="modSp new mod">
        <pc:chgData name="Matthew" userId="3004dbd67fb7f2ca" providerId="LiveId" clId="{C270DCFE-DC78-4C4B-B6CF-35D1529988C8}" dt="2023-02-05T11:07:02.380" v="4102" actId="20577"/>
        <pc:sldMkLst>
          <pc:docMk/>
          <pc:sldMk cId="1432768292" sldId="300"/>
        </pc:sldMkLst>
        <pc:spChg chg="mod">
          <ac:chgData name="Matthew" userId="3004dbd67fb7f2ca" providerId="LiveId" clId="{C270DCFE-DC78-4C4B-B6CF-35D1529988C8}" dt="2023-02-05T11:05:25.053" v="4015" actId="20577"/>
          <ac:spMkLst>
            <pc:docMk/>
            <pc:sldMk cId="1432768292" sldId="300"/>
            <ac:spMk id="2" creationId="{9D98576F-0784-25C3-8C2F-BDAF9ABBBD10}"/>
          </ac:spMkLst>
        </pc:spChg>
        <pc:spChg chg="mod">
          <ac:chgData name="Matthew" userId="3004dbd67fb7f2ca" providerId="LiveId" clId="{C270DCFE-DC78-4C4B-B6CF-35D1529988C8}" dt="2023-02-05T11:07:02.380" v="4102" actId="20577"/>
          <ac:spMkLst>
            <pc:docMk/>
            <pc:sldMk cId="1432768292" sldId="300"/>
            <ac:spMk id="3" creationId="{177EDE41-9BEF-EF2D-A536-B1AAE75B7C62}"/>
          </ac:spMkLst>
        </pc:spChg>
      </pc:sldChg>
      <pc:sldChg chg="modSp new mod">
        <pc:chgData name="Matthew" userId="3004dbd67fb7f2ca" providerId="LiveId" clId="{C270DCFE-DC78-4C4B-B6CF-35D1529988C8}" dt="2023-02-05T11:16:25.343" v="4930" actId="20577"/>
        <pc:sldMkLst>
          <pc:docMk/>
          <pc:sldMk cId="3533243309" sldId="301"/>
        </pc:sldMkLst>
        <pc:spChg chg="mod">
          <ac:chgData name="Matthew" userId="3004dbd67fb7f2ca" providerId="LiveId" clId="{C270DCFE-DC78-4C4B-B6CF-35D1529988C8}" dt="2023-02-05T11:16:17.187" v="4929" actId="20577"/>
          <ac:spMkLst>
            <pc:docMk/>
            <pc:sldMk cId="3533243309" sldId="301"/>
            <ac:spMk id="2" creationId="{C874DC30-20C2-26DA-8B9F-BF8BA1E52E69}"/>
          </ac:spMkLst>
        </pc:spChg>
        <pc:spChg chg="mod">
          <ac:chgData name="Matthew" userId="3004dbd67fb7f2ca" providerId="LiveId" clId="{C270DCFE-DC78-4C4B-B6CF-35D1529988C8}" dt="2023-02-05T11:16:25.343" v="4930" actId="20577"/>
          <ac:spMkLst>
            <pc:docMk/>
            <pc:sldMk cId="3533243309" sldId="301"/>
            <ac:spMk id="3" creationId="{276631D9-195C-3157-6D8B-F274F44B0AC1}"/>
          </ac:spMkLst>
        </pc:spChg>
      </pc:sldChg>
    </pc:docChg>
  </pc:docChgLst>
  <pc:docChgLst>
    <pc:chgData name="Matthew Holman" userId="3004dbd67fb7f2ca" providerId="LiveId" clId="{FCB6FEE7-35C0-4F83-B553-3FB3C90F8715}"/>
    <pc:docChg chg="custSel modSld">
      <pc:chgData name="Matthew Holman" userId="3004dbd67fb7f2ca" providerId="LiveId" clId="{FCB6FEE7-35C0-4F83-B553-3FB3C90F8715}" dt="2023-02-28T15:54:19.449" v="0" actId="33524"/>
      <pc:docMkLst>
        <pc:docMk/>
      </pc:docMkLst>
      <pc:sldChg chg="modSp mod">
        <pc:chgData name="Matthew Holman" userId="3004dbd67fb7f2ca" providerId="LiveId" clId="{FCB6FEE7-35C0-4F83-B553-3FB3C90F8715}" dt="2023-02-28T15:54:19.449" v="0" actId="33524"/>
        <pc:sldMkLst>
          <pc:docMk/>
          <pc:sldMk cId="1413931312" sldId="302"/>
        </pc:sldMkLst>
        <pc:spChg chg="mod">
          <ac:chgData name="Matthew Holman" userId="3004dbd67fb7f2ca" providerId="LiveId" clId="{FCB6FEE7-35C0-4F83-B553-3FB3C90F8715}" dt="2023-02-28T15:54:19.449" v="0" actId="33524"/>
          <ac:spMkLst>
            <pc:docMk/>
            <pc:sldMk cId="1413931312" sldId="302"/>
            <ac:spMk id="3" creationId="{537B7913-16FF-4C2D-0A20-16092260CBBE}"/>
          </ac:spMkLst>
        </pc:spChg>
      </pc:sldChg>
    </pc:docChg>
  </pc:docChgLst>
  <pc:docChgLst>
    <pc:chgData name="Matthew Holman" userId="3004dbd67fb7f2ca" providerId="LiveId" clId="{3992F5EF-4FBE-467A-811B-AABF3C566191}"/>
    <pc:docChg chg="undo redo custSel addSld delSld modSld modSection">
      <pc:chgData name="Matthew Holman" userId="3004dbd67fb7f2ca" providerId="LiveId" clId="{3992F5EF-4FBE-467A-811B-AABF3C566191}" dt="2023-03-01T22:18:25.184" v="5243" actId="20577"/>
      <pc:docMkLst>
        <pc:docMk/>
      </pc:docMkLst>
      <pc:sldChg chg="modSp mod">
        <pc:chgData name="Matthew Holman" userId="3004dbd67fb7f2ca" providerId="LiveId" clId="{3992F5EF-4FBE-467A-811B-AABF3C566191}" dt="2023-03-01T20:17:28.922" v="6" actId="20577"/>
        <pc:sldMkLst>
          <pc:docMk/>
          <pc:sldMk cId="3216822840" sldId="256"/>
        </pc:sldMkLst>
        <pc:spChg chg="mod">
          <ac:chgData name="Matthew Holman" userId="3004dbd67fb7f2ca" providerId="LiveId" clId="{3992F5EF-4FBE-467A-811B-AABF3C566191}" dt="2023-03-01T20:17:28.922" v="6" actId="20577"/>
          <ac:spMkLst>
            <pc:docMk/>
            <pc:sldMk cId="3216822840" sldId="256"/>
            <ac:spMk id="2" creationId="{427DBAE9-EF64-6E8D-397C-EBFEBF00850D}"/>
          </ac:spMkLst>
        </pc:spChg>
      </pc:sldChg>
      <pc:sldChg chg="modSp mod">
        <pc:chgData name="Matthew Holman" userId="3004dbd67fb7f2ca" providerId="LiveId" clId="{3992F5EF-4FBE-467A-811B-AABF3C566191}" dt="2023-03-01T20:11:40.952" v="2" actId="20577"/>
        <pc:sldMkLst>
          <pc:docMk/>
          <pc:sldMk cId="3696798408" sldId="286"/>
        </pc:sldMkLst>
        <pc:spChg chg="mod">
          <ac:chgData name="Matthew Holman" userId="3004dbd67fb7f2ca" providerId="LiveId" clId="{3992F5EF-4FBE-467A-811B-AABF3C566191}" dt="2023-03-01T20:11:40.952" v="2" actId="20577"/>
          <ac:spMkLst>
            <pc:docMk/>
            <pc:sldMk cId="3696798408" sldId="286"/>
            <ac:spMk id="3" creationId="{D6BF1FEB-41FE-ED53-3805-DD2B95E79528}"/>
          </ac:spMkLst>
        </pc:spChg>
      </pc:sldChg>
      <pc:sldChg chg="del">
        <pc:chgData name="Matthew Holman" userId="3004dbd67fb7f2ca" providerId="LiveId" clId="{3992F5EF-4FBE-467A-811B-AABF3C566191}" dt="2023-03-01T20:11:49.919" v="3" actId="47"/>
        <pc:sldMkLst>
          <pc:docMk/>
          <pc:sldMk cId="1451610921" sldId="287"/>
        </pc:sldMkLst>
      </pc:sldChg>
      <pc:sldChg chg="modSp new mod">
        <pc:chgData name="Matthew Holman" userId="3004dbd67fb7f2ca" providerId="LiveId" clId="{3992F5EF-4FBE-467A-811B-AABF3C566191}" dt="2023-03-01T20:34:38.774" v="773" actId="20577"/>
        <pc:sldMkLst>
          <pc:docMk/>
          <pc:sldMk cId="3198749076" sldId="287"/>
        </pc:sldMkLst>
        <pc:spChg chg="mod">
          <ac:chgData name="Matthew Holman" userId="3004dbd67fb7f2ca" providerId="LiveId" clId="{3992F5EF-4FBE-467A-811B-AABF3C566191}" dt="2023-03-01T20:34:38.774" v="773" actId="20577"/>
          <ac:spMkLst>
            <pc:docMk/>
            <pc:sldMk cId="3198749076" sldId="287"/>
            <ac:spMk id="2" creationId="{DD233AF0-2F8D-27B0-43DB-F6A228EE9EC2}"/>
          </ac:spMkLst>
        </pc:spChg>
        <pc:spChg chg="mod">
          <ac:chgData name="Matthew Holman" userId="3004dbd67fb7f2ca" providerId="LiveId" clId="{3992F5EF-4FBE-467A-811B-AABF3C566191}" dt="2023-03-01T20:34:29.149" v="771" actId="20577"/>
          <ac:spMkLst>
            <pc:docMk/>
            <pc:sldMk cId="3198749076" sldId="287"/>
            <ac:spMk id="3" creationId="{6378FE88-5A21-C2F3-3E16-F405328DC56A}"/>
          </ac:spMkLst>
        </pc:spChg>
      </pc:sldChg>
      <pc:sldChg chg="addSp modSp new mod">
        <pc:chgData name="Matthew Holman" userId="3004dbd67fb7f2ca" providerId="LiveId" clId="{3992F5EF-4FBE-467A-811B-AABF3C566191}" dt="2023-03-01T21:01:28.082" v="1972" actId="1076"/>
        <pc:sldMkLst>
          <pc:docMk/>
          <pc:sldMk cId="1824919540" sldId="288"/>
        </pc:sldMkLst>
        <pc:spChg chg="mod">
          <ac:chgData name="Matthew Holman" userId="3004dbd67fb7f2ca" providerId="LiveId" clId="{3992F5EF-4FBE-467A-811B-AABF3C566191}" dt="2023-03-01T20:34:51.878" v="816" actId="20577"/>
          <ac:spMkLst>
            <pc:docMk/>
            <pc:sldMk cId="1824919540" sldId="288"/>
            <ac:spMk id="2" creationId="{4F8B01D5-78A8-91B8-5168-C4452C6EC67B}"/>
          </ac:spMkLst>
        </pc:spChg>
        <pc:spChg chg="mod">
          <ac:chgData name="Matthew Holman" userId="3004dbd67fb7f2ca" providerId="LiveId" clId="{3992F5EF-4FBE-467A-811B-AABF3C566191}" dt="2023-03-01T20:43:38.801" v="1186" actId="20577"/>
          <ac:spMkLst>
            <pc:docMk/>
            <pc:sldMk cId="1824919540" sldId="288"/>
            <ac:spMk id="3" creationId="{E6F04C22-6588-D775-5FEA-71C4E1CBE0AA}"/>
          </ac:spMkLst>
        </pc:spChg>
        <pc:spChg chg="add mod">
          <ac:chgData name="Matthew Holman" userId="3004dbd67fb7f2ca" providerId="LiveId" clId="{3992F5EF-4FBE-467A-811B-AABF3C566191}" dt="2023-03-01T21:01:28.082" v="1972" actId="1076"/>
          <ac:spMkLst>
            <pc:docMk/>
            <pc:sldMk cId="1824919540" sldId="288"/>
            <ac:spMk id="4" creationId="{8BDA256C-107B-04AC-ADA0-9E799B2885DD}"/>
          </ac:spMkLst>
        </pc:spChg>
      </pc:sldChg>
      <pc:sldChg chg="del">
        <pc:chgData name="Matthew Holman" userId="3004dbd67fb7f2ca" providerId="LiveId" clId="{3992F5EF-4FBE-467A-811B-AABF3C566191}" dt="2023-03-01T20:11:49.919" v="3" actId="47"/>
        <pc:sldMkLst>
          <pc:docMk/>
          <pc:sldMk cId="2435730303" sldId="288"/>
        </pc:sldMkLst>
      </pc:sldChg>
      <pc:sldChg chg="del">
        <pc:chgData name="Matthew Holman" userId="3004dbd67fb7f2ca" providerId="LiveId" clId="{3992F5EF-4FBE-467A-811B-AABF3C566191}" dt="2023-03-01T20:11:49.919" v="3" actId="47"/>
        <pc:sldMkLst>
          <pc:docMk/>
          <pc:sldMk cId="2362636464" sldId="289"/>
        </pc:sldMkLst>
      </pc:sldChg>
      <pc:sldChg chg="addSp modSp new mod">
        <pc:chgData name="Matthew Holman" userId="3004dbd67fb7f2ca" providerId="LiveId" clId="{3992F5EF-4FBE-467A-811B-AABF3C566191}" dt="2023-03-01T20:54:22.845" v="1657" actId="1076"/>
        <pc:sldMkLst>
          <pc:docMk/>
          <pc:sldMk cId="3542645492" sldId="289"/>
        </pc:sldMkLst>
        <pc:spChg chg="mod">
          <ac:chgData name="Matthew Holman" userId="3004dbd67fb7f2ca" providerId="LiveId" clId="{3992F5EF-4FBE-467A-811B-AABF3C566191}" dt="2023-03-01T20:48:15.111" v="1474" actId="20577"/>
          <ac:spMkLst>
            <pc:docMk/>
            <pc:sldMk cId="3542645492" sldId="289"/>
            <ac:spMk id="2" creationId="{8861AD68-EC26-2A9E-187B-16043144FB9E}"/>
          </ac:spMkLst>
        </pc:spChg>
        <pc:spChg chg="mod">
          <ac:chgData name="Matthew Holman" userId="3004dbd67fb7f2ca" providerId="LiveId" clId="{3992F5EF-4FBE-467A-811B-AABF3C566191}" dt="2023-03-01T20:54:14.354" v="1656" actId="20577"/>
          <ac:spMkLst>
            <pc:docMk/>
            <pc:sldMk cId="3542645492" sldId="289"/>
            <ac:spMk id="3" creationId="{8EBBB457-5196-6DFB-DD6E-8CF8547AB7BB}"/>
          </ac:spMkLst>
        </pc:spChg>
        <pc:spChg chg="add mod">
          <ac:chgData name="Matthew Holman" userId="3004dbd67fb7f2ca" providerId="LiveId" clId="{3992F5EF-4FBE-467A-811B-AABF3C566191}" dt="2023-03-01T20:48:00.032" v="1470" actId="14100"/>
          <ac:spMkLst>
            <pc:docMk/>
            <pc:sldMk cId="3542645492" sldId="289"/>
            <ac:spMk id="4" creationId="{4F5C2C40-9155-FD98-8E96-F2532C47590D}"/>
          </ac:spMkLst>
        </pc:spChg>
        <pc:spChg chg="add mod">
          <ac:chgData name="Matthew Holman" userId="3004dbd67fb7f2ca" providerId="LiveId" clId="{3992F5EF-4FBE-467A-811B-AABF3C566191}" dt="2023-03-01T20:54:22.845" v="1657" actId="1076"/>
          <ac:spMkLst>
            <pc:docMk/>
            <pc:sldMk cId="3542645492" sldId="289"/>
            <ac:spMk id="5" creationId="{C6EF588B-FA83-C593-5DFD-D11644B8E7FF}"/>
          </ac:spMkLst>
        </pc:spChg>
      </pc:sldChg>
      <pc:sldChg chg="addSp delSp modSp new mod">
        <pc:chgData name="Matthew Holman" userId="3004dbd67fb7f2ca" providerId="LiveId" clId="{3992F5EF-4FBE-467A-811B-AABF3C566191}" dt="2023-03-01T21:00:40.464" v="1971" actId="1076"/>
        <pc:sldMkLst>
          <pc:docMk/>
          <pc:sldMk cId="770131667" sldId="290"/>
        </pc:sldMkLst>
        <pc:spChg chg="mod">
          <ac:chgData name="Matthew Holman" userId="3004dbd67fb7f2ca" providerId="LiveId" clId="{3992F5EF-4FBE-467A-811B-AABF3C566191}" dt="2023-03-01T20:54:45.622" v="1658"/>
          <ac:spMkLst>
            <pc:docMk/>
            <pc:sldMk cId="770131667" sldId="290"/>
            <ac:spMk id="2" creationId="{503BABF9-96D3-174C-49AF-F6BFE3E67177}"/>
          </ac:spMkLst>
        </pc:spChg>
        <pc:spChg chg="mod">
          <ac:chgData name="Matthew Holman" userId="3004dbd67fb7f2ca" providerId="LiveId" clId="{3992F5EF-4FBE-467A-811B-AABF3C566191}" dt="2023-03-01T21:00:28.125" v="1970" actId="113"/>
          <ac:spMkLst>
            <pc:docMk/>
            <pc:sldMk cId="770131667" sldId="290"/>
            <ac:spMk id="3" creationId="{F1E2E339-0143-4201-4FEE-1EE67DEEF6FD}"/>
          </ac:spMkLst>
        </pc:spChg>
        <pc:spChg chg="add del mod">
          <ac:chgData name="Matthew Holman" userId="3004dbd67fb7f2ca" providerId="LiveId" clId="{3992F5EF-4FBE-467A-811B-AABF3C566191}" dt="2023-03-01T20:55:37.597" v="1749"/>
          <ac:spMkLst>
            <pc:docMk/>
            <pc:sldMk cId="770131667" sldId="290"/>
            <ac:spMk id="4" creationId="{000DB260-E18B-9094-DF01-F4EDE06E2FF9}"/>
          </ac:spMkLst>
        </pc:spChg>
        <pc:spChg chg="add mod">
          <ac:chgData name="Matthew Holman" userId="3004dbd67fb7f2ca" providerId="LiveId" clId="{3992F5EF-4FBE-467A-811B-AABF3C566191}" dt="2023-03-01T21:00:40.464" v="1971" actId="1076"/>
          <ac:spMkLst>
            <pc:docMk/>
            <pc:sldMk cId="770131667" sldId="290"/>
            <ac:spMk id="5" creationId="{C7F49F39-7038-640D-5AC2-C911BA3A6F55}"/>
          </ac:spMkLst>
        </pc:spChg>
        <pc:spChg chg="add mod">
          <ac:chgData name="Matthew Holman" userId="3004dbd67fb7f2ca" providerId="LiveId" clId="{3992F5EF-4FBE-467A-811B-AABF3C566191}" dt="2023-03-01T21:00:40.464" v="1971" actId="1076"/>
          <ac:spMkLst>
            <pc:docMk/>
            <pc:sldMk cId="770131667" sldId="290"/>
            <ac:spMk id="6" creationId="{66A12CC9-68CE-46D9-74B9-19BC62E4CA93}"/>
          </ac:spMkLst>
        </pc:spChg>
        <pc:spChg chg="add mod">
          <ac:chgData name="Matthew Holman" userId="3004dbd67fb7f2ca" providerId="LiveId" clId="{3992F5EF-4FBE-467A-811B-AABF3C566191}" dt="2023-03-01T21:00:40.464" v="1971" actId="1076"/>
          <ac:spMkLst>
            <pc:docMk/>
            <pc:sldMk cId="770131667" sldId="290"/>
            <ac:spMk id="7" creationId="{5091AC8B-1988-0080-E2DA-DD31A7A945C1}"/>
          </ac:spMkLst>
        </pc:spChg>
      </pc:sldChg>
      <pc:sldChg chg="del">
        <pc:chgData name="Matthew Holman" userId="3004dbd67fb7f2ca" providerId="LiveId" clId="{3992F5EF-4FBE-467A-811B-AABF3C566191}" dt="2023-03-01T20:11:49.919" v="3" actId="47"/>
        <pc:sldMkLst>
          <pc:docMk/>
          <pc:sldMk cId="4020345425" sldId="290"/>
        </pc:sldMkLst>
      </pc:sldChg>
      <pc:sldChg chg="addSp modSp new mod">
        <pc:chgData name="Matthew Holman" userId="3004dbd67fb7f2ca" providerId="LiveId" clId="{3992F5EF-4FBE-467A-811B-AABF3C566191}" dt="2023-03-01T21:09:29.400" v="2510" actId="20577"/>
        <pc:sldMkLst>
          <pc:docMk/>
          <pc:sldMk cId="590577492" sldId="291"/>
        </pc:sldMkLst>
        <pc:spChg chg="mod">
          <ac:chgData name="Matthew Holman" userId="3004dbd67fb7f2ca" providerId="LiveId" clId="{3992F5EF-4FBE-467A-811B-AABF3C566191}" dt="2023-03-01T21:04:16.948" v="1973"/>
          <ac:spMkLst>
            <pc:docMk/>
            <pc:sldMk cId="590577492" sldId="291"/>
            <ac:spMk id="2" creationId="{1E87AC86-1B41-B57D-E1C4-4C81D7A4156F}"/>
          </ac:spMkLst>
        </pc:spChg>
        <pc:spChg chg="mod">
          <ac:chgData name="Matthew Holman" userId="3004dbd67fb7f2ca" providerId="LiveId" clId="{3992F5EF-4FBE-467A-811B-AABF3C566191}" dt="2023-03-01T21:09:29.400" v="2510" actId="20577"/>
          <ac:spMkLst>
            <pc:docMk/>
            <pc:sldMk cId="590577492" sldId="291"/>
            <ac:spMk id="3" creationId="{D042E192-F216-D6FB-DA1C-3E51A2EE0C5C}"/>
          </ac:spMkLst>
        </pc:spChg>
        <pc:spChg chg="add mod">
          <ac:chgData name="Matthew Holman" userId="3004dbd67fb7f2ca" providerId="LiveId" clId="{3992F5EF-4FBE-467A-811B-AABF3C566191}" dt="2023-03-01T21:08:35.997" v="2478" actId="1076"/>
          <ac:spMkLst>
            <pc:docMk/>
            <pc:sldMk cId="590577492" sldId="291"/>
            <ac:spMk id="4" creationId="{5BA96AB6-CB07-67F7-3954-39DE0394FB20}"/>
          </ac:spMkLst>
        </pc:spChg>
      </pc:sldChg>
      <pc:sldChg chg="del">
        <pc:chgData name="Matthew Holman" userId="3004dbd67fb7f2ca" providerId="LiveId" clId="{3992F5EF-4FBE-467A-811B-AABF3C566191}" dt="2023-03-01T20:11:49.919" v="3" actId="47"/>
        <pc:sldMkLst>
          <pc:docMk/>
          <pc:sldMk cId="3096677214" sldId="291"/>
        </pc:sldMkLst>
      </pc:sldChg>
      <pc:sldChg chg="del">
        <pc:chgData name="Matthew Holman" userId="3004dbd67fb7f2ca" providerId="LiveId" clId="{3992F5EF-4FBE-467A-811B-AABF3C566191}" dt="2023-03-01T20:11:49.919" v="3" actId="47"/>
        <pc:sldMkLst>
          <pc:docMk/>
          <pc:sldMk cId="290359329" sldId="292"/>
        </pc:sldMkLst>
      </pc:sldChg>
      <pc:sldChg chg="addSp modSp new mod">
        <pc:chgData name="Matthew Holman" userId="3004dbd67fb7f2ca" providerId="LiveId" clId="{3992F5EF-4FBE-467A-811B-AABF3C566191}" dt="2023-03-01T21:15:23.583" v="2804" actId="1076"/>
        <pc:sldMkLst>
          <pc:docMk/>
          <pc:sldMk cId="3671726208" sldId="292"/>
        </pc:sldMkLst>
        <pc:spChg chg="mod">
          <ac:chgData name="Matthew Holman" userId="3004dbd67fb7f2ca" providerId="LiveId" clId="{3992F5EF-4FBE-467A-811B-AABF3C566191}" dt="2023-03-01T21:09:22.146" v="2492"/>
          <ac:spMkLst>
            <pc:docMk/>
            <pc:sldMk cId="3671726208" sldId="292"/>
            <ac:spMk id="2" creationId="{A395CDB9-F621-8FB3-267E-7EF7D9F8F628}"/>
          </ac:spMkLst>
        </pc:spChg>
        <pc:spChg chg="mod">
          <ac:chgData name="Matthew Holman" userId="3004dbd67fb7f2ca" providerId="LiveId" clId="{3992F5EF-4FBE-467A-811B-AABF3C566191}" dt="2023-03-01T21:15:11.811" v="2803" actId="20577"/>
          <ac:spMkLst>
            <pc:docMk/>
            <pc:sldMk cId="3671726208" sldId="292"/>
            <ac:spMk id="3" creationId="{A928CF9C-8CFB-B7A2-0269-BA65CF58765C}"/>
          </ac:spMkLst>
        </pc:spChg>
        <pc:spChg chg="add mod">
          <ac:chgData name="Matthew Holman" userId="3004dbd67fb7f2ca" providerId="LiveId" clId="{3992F5EF-4FBE-467A-811B-AABF3C566191}" dt="2023-03-01T21:14:53.488" v="2783" actId="1076"/>
          <ac:spMkLst>
            <pc:docMk/>
            <pc:sldMk cId="3671726208" sldId="292"/>
            <ac:spMk id="4" creationId="{6E4315D3-20B0-54EF-B814-2B9293600173}"/>
          </ac:spMkLst>
        </pc:spChg>
        <pc:picChg chg="add mod">
          <ac:chgData name="Matthew Holman" userId="3004dbd67fb7f2ca" providerId="LiveId" clId="{3992F5EF-4FBE-467A-811B-AABF3C566191}" dt="2023-03-01T21:15:23.583" v="2804" actId="1076"/>
          <ac:picMkLst>
            <pc:docMk/>
            <pc:sldMk cId="3671726208" sldId="292"/>
            <ac:picMk id="6" creationId="{AFE0D96C-9E3F-4AB4-68B1-270CF26A4602}"/>
          </ac:picMkLst>
        </pc:picChg>
      </pc:sldChg>
      <pc:sldChg chg="modSp new mod">
        <pc:chgData name="Matthew Holman" userId="3004dbd67fb7f2ca" providerId="LiveId" clId="{3992F5EF-4FBE-467A-811B-AABF3C566191}" dt="2023-03-01T21:21:25.713" v="3330" actId="21"/>
        <pc:sldMkLst>
          <pc:docMk/>
          <pc:sldMk cId="346190134" sldId="293"/>
        </pc:sldMkLst>
        <pc:spChg chg="mod">
          <ac:chgData name="Matthew Holman" userId="3004dbd67fb7f2ca" providerId="LiveId" clId="{3992F5EF-4FBE-467A-811B-AABF3C566191}" dt="2023-03-01T21:16:26.120" v="2845"/>
          <ac:spMkLst>
            <pc:docMk/>
            <pc:sldMk cId="346190134" sldId="293"/>
            <ac:spMk id="2" creationId="{86A5487B-5C9E-0036-9711-7C5981C6AFBE}"/>
          </ac:spMkLst>
        </pc:spChg>
        <pc:spChg chg="mod">
          <ac:chgData name="Matthew Holman" userId="3004dbd67fb7f2ca" providerId="LiveId" clId="{3992F5EF-4FBE-467A-811B-AABF3C566191}" dt="2023-03-01T21:21:25.713" v="3330" actId="21"/>
          <ac:spMkLst>
            <pc:docMk/>
            <pc:sldMk cId="346190134" sldId="293"/>
            <ac:spMk id="3" creationId="{0C9A5BF8-31C7-F4EF-B9AC-583F8DF54F13}"/>
          </ac:spMkLst>
        </pc:spChg>
      </pc:sldChg>
      <pc:sldChg chg="del">
        <pc:chgData name="Matthew Holman" userId="3004dbd67fb7f2ca" providerId="LiveId" clId="{3992F5EF-4FBE-467A-811B-AABF3C566191}" dt="2023-03-01T20:11:49.919" v="3" actId="47"/>
        <pc:sldMkLst>
          <pc:docMk/>
          <pc:sldMk cId="2216843007" sldId="293"/>
        </pc:sldMkLst>
      </pc:sldChg>
      <pc:sldChg chg="del">
        <pc:chgData name="Matthew Holman" userId="3004dbd67fb7f2ca" providerId="LiveId" clId="{3992F5EF-4FBE-467A-811B-AABF3C566191}" dt="2023-03-01T20:11:49.919" v="3" actId="47"/>
        <pc:sldMkLst>
          <pc:docMk/>
          <pc:sldMk cId="2400524202" sldId="294"/>
        </pc:sldMkLst>
      </pc:sldChg>
      <pc:sldChg chg="addSp modSp new mod">
        <pc:chgData name="Matthew Holman" userId="3004dbd67fb7f2ca" providerId="LiveId" clId="{3992F5EF-4FBE-467A-811B-AABF3C566191}" dt="2023-03-01T21:33:53.990" v="3447" actId="20577"/>
        <pc:sldMkLst>
          <pc:docMk/>
          <pc:sldMk cId="2518913006" sldId="294"/>
        </pc:sldMkLst>
        <pc:spChg chg="mod">
          <ac:chgData name="Matthew Holman" userId="3004dbd67fb7f2ca" providerId="LiveId" clId="{3992F5EF-4FBE-467A-811B-AABF3C566191}" dt="2023-03-01T21:21:57.109" v="3382" actId="20577"/>
          <ac:spMkLst>
            <pc:docMk/>
            <pc:sldMk cId="2518913006" sldId="294"/>
            <ac:spMk id="2" creationId="{54C5BE04-FD1E-B74C-5621-136809D50E51}"/>
          </ac:spMkLst>
        </pc:spChg>
        <pc:spChg chg="mod">
          <ac:chgData name="Matthew Holman" userId="3004dbd67fb7f2ca" providerId="LiveId" clId="{3992F5EF-4FBE-467A-811B-AABF3C566191}" dt="2023-03-01T21:33:53.990" v="3447" actId="20577"/>
          <ac:spMkLst>
            <pc:docMk/>
            <pc:sldMk cId="2518913006" sldId="294"/>
            <ac:spMk id="3" creationId="{0BEDE3E0-E83E-10EE-6BE0-D4F93CBE1702}"/>
          </ac:spMkLst>
        </pc:spChg>
        <pc:spChg chg="add mod">
          <ac:chgData name="Matthew Holman" userId="3004dbd67fb7f2ca" providerId="LiveId" clId="{3992F5EF-4FBE-467A-811B-AABF3C566191}" dt="2023-03-01T21:33:11.312" v="3422" actId="1076"/>
          <ac:spMkLst>
            <pc:docMk/>
            <pc:sldMk cId="2518913006" sldId="294"/>
            <ac:spMk id="4" creationId="{51DE0E29-92F2-A234-B56C-3D35CB0D4D87}"/>
          </ac:spMkLst>
        </pc:spChg>
        <pc:spChg chg="add mod">
          <ac:chgData name="Matthew Holman" userId="3004dbd67fb7f2ca" providerId="LiveId" clId="{3992F5EF-4FBE-467A-811B-AABF3C566191}" dt="2023-03-01T21:33:02.659" v="3421"/>
          <ac:spMkLst>
            <pc:docMk/>
            <pc:sldMk cId="2518913006" sldId="294"/>
            <ac:spMk id="7" creationId="{D99718AD-63B6-B03E-D699-10758097707D}"/>
          </ac:spMkLst>
        </pc:spChg>
        <pc:picChg chg="add mod">
          <ac:chgData name="Matthew Holman" userId="3004dbd67fb7f2ca" providerId="LiveId" clId="{3992F5EF-4FBE-467A-811B-AABF3C566191}" dt="2023-03-01T21:33:43.679" v="3445" actId="1076"/>
          <ac:picMkLst>
            <pc:docMk/>
            <pc:sldMk cId="2518913006" sldId="294"/>
            <ac:picMk id="6" creationId="{6C967EC7-FA55-E034-FB43-ABF1EA8AA11E}"/>
          </ac:picMkLst>
        </pc:picChg>
      </pc:sldChg>
      <pc:sldChg chg="addSp modSp new mod">
        <pc:chgData name="Matthew Holman" userId="3004dbd67fb7f2ca" providerId="LiveId" clId="{3992F5EF-4FBE-467A-811B-AABF3C566191}" dt="2023-03-01T21:38:29.638" v="3557" actId="1076"/>
        <pc:sldMkLst>
          <pc:docMk/>
          <pc:sldMk cId="2151580661" sldId="295"/>
        </pc:sldMkLst>
        <pc:spChg chg="mod">
          <ac:chgData name="Matthew Holman" userId="3004dbd67fb7f2ca" providerId="LiveId" clId="{3992F5EF-4FBE-467A-811B-AABF3C566191}" dt="2023-03-01T21:35:39.081" v="3485" actId="20577"/>
          <ac:spMkLst>
            <pc:docMk/>
            <pc:sldMk cId="2151580661" sldId="295"/>
            <ac:spMk id="2" creationId="{B34A85F3-953A-C3A5-F992-D966EEBC5FCE}"/>
          </ac:spMkLst>
        </pc:spChg>
        <pc:spChg chg="mod">
          <ac:chgData name="Matthew Holman" userId="3004dbd67fb7f2ca" providerId="LiveId" clId="{3992F5EF-4FBE-467A-811B-AABF3C566191}" dt="2023-03-01T21:37:56.077" v="3550" actId="20577"/>
          <ac:spMkLst>
            <pc:docMk/>
            <pc:sldMk cId="2151580661" sldId="295"/>
            <ac:spMk id="3" creationId="{85DD3EAD-C348-AAD7-0C7F-A23D94670EC6}"/>
          </ac:spMkLst>
        </pc:spChg>
        <pc:spChg chg="add mod">
          <ac:chgData name="Matthew Holman" userId="3004dbd67fb7f2ca" providerId="LiveId" clId="{3992F5EF-4FBE-467A-811B-AABF3C566191}" dt="2023-03-01T21:38:29.638" v="3557" actId="1076"/>
          <ac:spMkLst>
            <pc:docMk/>
            <pc:sldMk cId="2151580661" sldId="295"/>
            <ac:spMk id="4" creationId="{954D06B5-01E6-724D-59D3-011923E11DA4}"/>
          </ac:spMkLst>
        </pc:spChg>
      </pc:sldChg>
      <pc:sldChg chg="del">
        <pc:chgData name="Matthew Holman" userId="3004dbd67fb7f2ca" providerId="LiveId" clId="{3992F5EF-4FBE-467A-811B-AABF3C566191}" dt="2023-03-01T20:11:49.919" v="3" actId="47"/>
        <pc:sldMkLst>
          <pc:docMk/>
          <pc:sldMk cId="2965345316" sldId="295"/>
        </pc:sldMkLst>
      </pc:sldChg>
      <pc:sldChg chg="addSp delSp modSp new mod">
        <pc:chgData name="Matthew Holman" userId="3004dbd67fb7f2ca" providerId="LiveId" clId="{3992F5EF-4FBE-467A-811B-AABF3C566191}" dt="2023-03-01T21:59:23.152" v="4138"/>
        <pc:sldMkLst>
          <pc:docMk/>
          <pc:sldMk cId="467290989" sldId="296"/>
        </pc:sldMkLst>
        <pc:spChg chg="mod">
          <ac:chgData name="Matthew Holman" userId="3004dbd67fb7f2ca" providerId="LiveId" clId="{3992F5EF-4FBE-467A-811B-AABF3C566191}" dt="2023-03-01T21:39:06.397" v="3559"/>
          <ac:spMkLst>
            <pc:docMk/>
            <pc:sldMk cId="467290989" sldId="296"/>
            <ac:spMk id="2" creationId="{8AFDB1C4-E00D-EE76-0FFE-9017D44D37A7}"/>
          </ac:spMkLst>
        </pc:spChg>
        <pc:spChg chg="mod">
          <ac:chgData name="Matthew Holman" userId="3004dbd67fb7f2ca" providerId="LiveId" clId="{3992F5EF-4FBE-467A-811B-AABF3C566191}" dt="2023-03-01T21:59:23.152" v="4138"/>
          <ac:spMkLst>
            <pc:docMk/>
            <pc:sldMk cId="467290989" sldId="296"/>
            <ac:spMk id="3" creationId="{ED45AB02-CC80-D570-7FCB-A75F2B771F23}"/>
          </ac:spMkLst>
        </pc:spChg>
        <pc:spChg chg="add del mod">
          <ac:chgData name="Matthew Holman" userId="3004dbd67fb7f2ca" providerId="LiveId" clId="{3992F5EF-4FBE-467A-811B-AABF3C566191}" dt="2023-03-01T21:58:44.340" v="4116" actId="21"/>
          <ac:spMkLst>
            <pc:docMk/>
            <pc:sldMk cId="467290989" sldId="296"/>
            <ac:spMk id="4" creationId="{2DCB9300-274B-B3B8-21B0-8DDE17886D7B}"/>
          </ac:spMkLst>
        </pc:spChg>
      </pc:sldChg>
      <pc:sldChg chg="del">
        <pc:chgData name="Matthew Holman" userId="3004dbd67fb7f2ca" providerId="LiveId" clId="{3992F5EF-4FBE-467A-811B-AABF3C566191}" dt="2023-03-01T20:11:49.919" v="3" actId="47"/>
        <pc:sldMkLst>
          <pc:docMk/>
          <pc:sldMk cId="944136598" sldId="296"/>
        </pc:sldMkLst>
      </pc:sldChg>
      <pc:sldChg chg="del">
        <pc:chgData name="Matthew Holman" userId="3004dbd67fb7f2ca" providerId="LiveId" clId="{3992F5EF-4FBE-467A-811B-AABF3C566191}" dt="2023-03-01T20:11:49.919" v="3" actId="47"/>
        <pc:sldMkLst>
          <pc:docMk/>
          <pc:sldMk cId="3112258775" sldId="297"/>
        </pc:sldMkLst>
      </pc:sldChg>
      <pc:sldChg chg="addSp delSp modSp new mod">
        <pc:chgData name="Matthew Holman" userId="3004dbd67fb7f2ca" providerId="LiveId" clId="{3992F5EF-4FBE-467A-811B-AABF3C566191}" dt="2023-03-01T22:00:09.448" v="4165" actId="1076"/>
        <pc:sldMkLst>
          <pc:docMk/>
          <pc:sldMk cId="4043591044" sldId="297"/>
        </pc:sldMkLst>
        <pc:spChg chg="mod">
          <ac:chgData name="Matthew Holman" userId="3004dbd67fb7f2ca" providerId="LiveId" clId="{3992F5EF-4FBE-467A-811B-AABF3C566191}" dt="2023-03-01T21:59:31.632" v="4139"/>
          <ac:spMkLst>
            <pc:docMk/>
            <pc:sldMk cId="4043591044" sldId="297"/>
            <ac:spMk id="2" creationId="{8C35277B-39F7-D516-09B1-C2C366E0A5AB}"/>
          </ac:spMkLst>
        </pc:spChg>
        <pc:spChg chg="add del mod">
          <ac:chgData name="Matthew Holman" userId="3004dbd67fb7f2ca" providerId="LiveId" clId="{3992F5EF-4FBE-467A-811B-AABF3C566191}" dt="2023-03-01T21:59:36.878" v="4161" actId="20577"/>
          <ac:spMkLst>
            <pc:docMk/>
            <pc:sldMk cId="4043591044" sldId="297"/>
            <ac:spMk id="3" creationId="{6298887F-84F5-6548-5652-096ADF4D47BF}"/>
          </ac:spMkLst>
        </pc:spChg>
        <pc:spChg chg="add del mod">
          <ac:chgData name="Matthew Holman" userId="3004dbd67fb7f2ca" providerId="LiveId" clId="{3992F5EF-4FBE-467A-811B-AABF3C566191}" dt="2023-03-01T21:58:49.268" v="4119"/>
          <ac:spMkLst>
            <pc:docMk/>
            <pc:sldMk cId="4043591044" sldId="297"/>
            <ac:spMk id="4" creationId="{487669D6-3583-EB29-BFB6-733EE86615EB}"/>
          </ac:spMkLst>
        </pc:spChg>
        <pc:spChg chg="add mod">
          <ac:chgData name="Matthew Holman" userId="3004dbd67fb7f2ca" providerId="LiveId" clId="{3992F5EF-4FBE-467A-811B-AABF3C566191}" dt="2023-03-01T22:00:09.448" v="4165" actId="1076"/>
          <ac:spMkLst>
            <pc:docMk/>
            <pc:sldMk cId="4043591044" sldId="297"/>
            <ac:spMk id="5" creationId="{90B8632A-E9D8-0CFA-2DD5-B9D7177C98B1}"/>
          </ac:spMkLst>
        </pc:spChg>
      </pc:sldChg>
      <pc:sldChg chg="addSp modSp new mod">
        <pc:chgData name="Matthew Holman" userId="3004dbd67fb7f2ca" providerId="LiveId" clId="{3992F5EF-4FBE-467A-811B-AABF3C566191}" dt="2023-03-01T22:14:06.055" v="4778" actId="20577"/>
        <pc:sldMkLst>
          <pc:docMk/>
          <pc:sldMk cId="2847982647" sldId="298"/>
        </pc:sldMkLst>
        <pc:spChg chg="mod">
          <ac:chgData name="Matthew Holman" userId="3004dbd67fb7f2ca" providerId="LiveId" clId="{3992F5EF-4FBE-467A-811B-AABF3C566191}" dt="2023-03-01T22:02:38.855" v="4209" actId="20577"/>
          <ac:spMkLst>
            <pc:docMk/>
            <pc:sldMk cId="2847982647" sldId="298"/>
            <ac:spMk id="2" creationId="{A65BE5D5-3330-017E-B839-DADA32A58BC0}"/>
          </ac:spMkLst>
        </pc:spChg>
        <pc:spChg chg="mod">
          <ac:chgData name="Matthew Holman" userId="3004dbd67fb7f2ca" providerId="LiveId" clId="{3992F5EF-4FBE-467A-811B-AABF3C566191}" dt="2023-03-01T22:14:06.055" v="4778" actId="20577"/>
          <ac:spMkLst>
            <pc:docMk/>
            <pc:sldMk cId="2847982647" sldId="298"/>
            <ac:spMk id="3" creationId="{EF897179-52E4-13DC-8F76-72CF20322556}"/>
          </ac:spMkLst>
        </pc:spChg>
        <pc:spChg chg="add mod">
          <ac:chgData name="Matthew Holman" userId="3004dbd67fb7f2ca" providerId="LiveId" clId="{3992F5EF-4FBE-467A-811B-AABF3C566191}" dt="2023-03-01T22:13:14.976" v="4700" actId="1076"/>
          <ac:spMkLst>
            <pc:docMk/>
            <pc:sldMk cId="2847982647" sldId="298"/>
            <ac:spMk id="4" creationId="{8D9DC1C4-6CA9-1EAA-14D6-EB3301E5AB72}"/>
          </ac:spMkLst>
        </pc:spChg>
      </pc:sldChg>
      <pc:sldChg chg="del">
        <pc:chgData name="Matthew Holman" userId="3004dbd67fb7f2ca" providerId="LiveId" clId="{3992F5EF-4FBE-467A-811B-AABF3C566191}" dt="2023-03-01T20:11:49.919" v="3" actId="47"/>
        <pc:sldMkLst>
          <pc:docMk/>
          <pc:sldMk cId="4126862679" sldId="298"/>
        </pc:sldMkLst>
      </pc:sldChg>
      <pc:sldChg chg="modSp new mod">
        <pc:chgData name="Matthew Holman" userId="3004dbd67fb7f2ca" providerId="LiveId" clId="{3992F5EF-4FBE-467A-811B-AABF3C566191}" dt="2023-03-01T22:18:25.184" v="5243" actId="20577"/>
        <pc:sldMkLst>
          <pc:docMk/>
          <pc:sldMk cId="352076711" sldId="299"/>
        </pc:sldMkLst>
        <pc:spChg chg="mod">
          <ac:chgData name="Matthew Holman" userId="3004dbd67fb7f2ca" providerId="LiveId" clId="{3992F5EF-4FBE-467A-811B-AABF3C566191}" dt="2023-03-01T22:18:25.184" v="5243" actId="20577"/>
          <ac:spMkLst>
            <pc:docMk/>
            <pc:sldMk cId="352076711" sldId="299"/>
            <ac:spMk id="2" creationId="{7BD06BA1-AFD9-7788-C96B-A697821186A4}"/>
          </ac:spMkLst>
        </pc:spChg>
        <pc:spChg chg="mod">
          <ac:chgData name="Matthew Holman" userId="3004dbd67fb7f2ca" providerId="LiveId" clId="{3992F5EF-4FBE-467A-811B-AABF3C566191}" dt="2023-03-01T22:18:10.118" v="5238" actId="113"/>
          <ac:spMkLst>
            <pc:docMk/>
            <pc:sldMk cId="352076711" sldId="299"/>
            <ac:spMk id="3" creationId="{9B739D79-FAEF-3913-75F1-0ECC1B70BF4A}"/>
          </ac:spMkLst>
        </pc:spChg>
      </pc:sldChg>
      <pc:sldChg chg="del">
        <pc:chgData name="Matthew Holman" userId="3004dbd67fb7f2ca" providerId="LiveId" clId="{3992F5EF-4FBE-467A-811B-AABF3C566191}" dt="2023-03-01T20:11:49.919" v="3" actId="47"/>
        <pc:sldMkLst>
          <pc:docMk/>
          <pc:sldMk cId="1804151549" sldId="299"/>
        </pc:sldMkLst>
      </pc:sldChg>
      <pc:sldChg chg="del">
        <pc:chgData name="Matthew Holman" userId="3004dbd67fb7f2ca" providerId="LiveId" clId="{3992F5EF-4FBE-467A-811B-AABF3C566191}" dt="2023-03-01T20:11:49.919" v="3" actId="47"/>
        <pc:sldMkLst>
          <pc:docMk/>
          <pc:sldMk cId="3145108756" sldId="300"/>
        </pc:sldMkLst>
      </pc:sldChg>
      <pc:sldChg chg="del">
        <pc:chgData name="Matthew Holman" userId="3004dbd67fb7f2ca" providerId="LiveId" clId="{3992F5EF-4FBE-467A-811B-AABF3C566191}" dt="2023-03-01T20:11:49.919" v="3" actId="47"/>
        <pc:sldMkLst>
          <pc:docMk/>
          <pc:sldMk cId="140160127" sldId="301"/>
        </pc:sldMkLst>
      </pc:sldChg>
      <pc:sldChg chg="del">
        <pc:chgData name="Matthew Holman" userId="3004dbd67fb7f2ca" providerId="LiveId" clId="{3992F5EF-4FBE-467A-811B-AABF3C566191}" dt="2023-03-01T20:11:49.919" v="3" actId="47"/>
        <pc:sldMkLst>
          <pc:docMk/>
          <pc:sldMk cId="1413931312" sldId="302"/>
        </pc:sldMkLst>
      </pc:sldChg>
      <pc:sldChg chg="del">
        <pc:chgData name="Matthew Holman" userId="3004dbd67fb7f2ca" providerId="LiveId" clId="{3992F5EF-4FBE-467A-811B-AABF3C566191}" dt="2023-03-01T20:11:49.919" v="3" actId="47"/>
        <pc:sldMkLst>
          <pc:docMk/>
          <pc:sldMk cId="3030915119" sldId="303"/>
        </pc:sldMkLst>
      </pc:sldChg>
    </pc:docChg>
  </pc:docChgLst>
  <pc:docChgLst>
    <pc:chgData name="Matthew" userId="3004dbd67fb7f2ca" providerId="LiveId" clId="{BEC6B0B2-9721-48C7-90CD-8A777B73BE30}"/>
    <pc:docChg chg="undo custSel addSld modSld sldOrd modSection">
      <pc:chgData name="Matthew" userId="3004dbd67fb7f2ca" providerId="LiveId" clId="{BEC6B0B2-9721-48C7-90CD-8A777B73BE30}" dt="2023-03-02T00:48:25.416" v="1383" actId="113"/>
      <pc:docMkLst>
        <pc:docMk/>
      </pc:docMkLst>
      <pc:sldChg chg="modSp new mod">
        <pc:chgData name="Matthew" userId="3004dbd67fb7f2ca" providerId="LiveId" clId="{BEC6B0B2-9721-48C7-90CD-8A777B73BE30}" dt="2023-03-02T00:21:32.243" v="92"/>
        <pc:sldMkLst>
          <pc:docMk/>
          <pc:sldMk cId="3469899510" sldId="300"/>
        </pc:sldMkLst>
        <pc:spChg chg="mod">
          <ac:chgData name="Matthew" userId="3004dbd67fb7f2ca" providerId="LiveId" clId="{BEC6B0B2-9721-48C7-90CD-8A777B73BE30}" dt="2023-03-02T00:20:09.350" v="43" actId="20577"/>
          <ac:spMkLst>
            <pc:docMk/>
            <pc:sldMk cId="3469899510" sldId="300"/>
            <ac:spMk id="2" creationId="{8E1F28EC-722C-D391-0AEF-5991403A9AEC}"/>
          </ac:spMkLst>
        </pc:spChg>
        <pc:spChg chg="mod">
          <ac:chgData name="Matthew" userId="3004dbd67fb7f2ca" providerId="LiveId" clId="{BEC6B0B2-9721-48C7-90CD-8A777B73BE30}" dt="2023-03-02T00:21:32.243" v="92"/>
          <ac:spMkLst>
            <pc:docMk/>
            <pc:sldMk cId="3469899510" sldId="300"/>
            <ac:spMk id="3" creationId="{C5E59432-0453-0625-B3E4-F98348AB0FF7}"/>
          </ac:spMkLst>
        </pc:spChg>
      </pc:sldChg>
      <pc:sldChg chg="addSp modSp new mod">
        <pc:chgData name="Matthew" userId="3004dbd67fb7f2ca" providerId="LiveId" clId="{BEC6B0B2-9721-48C7-90CD-8A777B73BE30}" dt="2023-03-02T00:24:23.027" v="337" actId="1076"/>
        <pc:sldMkLst>
          <pc:docMk/>
          <pc:sldMk cId="2387835350" sldId="301"/>
        </pc:sldMkLst>
        <pc:spChg chg="mod">
          <ac:chgData name="Matthew" userId="3004dbd67fb7f2ca" providerId="LiveId" clId="{BEC6B0B2-9721-48C7-90CD-8A777B73BE30}" dt="2023-03-02T00:23:13.229" v="107"/>
          <ac:spMkLst>
            <pc:docMk/>
            <pc:sldMk cId="2387835350" sldId="301"/>
            <ac:spMk id="2" creationId="{E9B33055-082F-F77A-A1FF-F9DFFC3F97ED}"/>
          </ac:spMkLst>
        </pc:spChg>
        <pc:spChg chg="mod">
          <ac:chgData name="Matthew" userId="3004dbd67fb7f2ca" providerId="LiveId" clId="{BEC6B0B2-9721-48C7-90CD-8A777B73BE30}" dt="2023-03-02T00:24:17.451" v="336" actId="27636"/>
          <ac:spMkLst>
            <pc:docMk/>
            <pc:sldMk cId="2387835350" sldId="301"/>
            <ac:spMk id="3" creationId="{6FE494E6-7E3A-9AEB-DAF4-985A4DF160F9}"/>
          </ac:spMkLst>
        </pc:spChg>
        <pc:spChg chg="add mod">
          <ac:chgData name="Matthew" userId="3004dbd67fb7f2ca" providerId="LiveId" clId="{BEC6B0B2-9721-48C7-90CD-8A777B73BE30}" dt="2023-03-02T00:24:23.027" v="337" actId="1076"/>
          <ac:spMkLst>
            <pc:docMk/>
            <pc:sldMk cId="2387835350" sldId="301"/>
            <ac:spMk id="4" creationId="{61CC2ED2-0D83-963E-CBFE-8F8E013DA945}"/>
          </ac:spMkLst>
        </pc:spChg>
      </pc:sldChg>
      <pc:sldChg chg="addSp modSp new mod">
        <pc:chgData name="Matthew" userId="3004dbd67fb7f2ca" providerId="LiveId" clId="{BEC6B0B2-9721-48C7-90CD-8A777B73BE30}" dt="2023-03-02T00:27:59.614" v="419" actId="1076"/>
        <pc:sldMkLst>
          <pc:docMk/>
          <pc:sldMk cId="2144431636" sldId="302"/>
        </pc:sldMkLst>
        <pc:spChg chg="mod">
          <ac:chgData name="Matthew" userId="3004dbd67fb7f2ca" providerId="LiveId" clId="{BEC6B0B2-9721-48C7-90CD-8A777B73BE30}" dt="2023-03-02T00:24:44.055" v="370" actId="20577"/>
          <ac:spMkLst>
            <pc:docMk/>
            <pc:sldMk cId="2144431636" sldId="302"/>
            <ac:spMk id="2" creationId="{64B773E5-82E0-B482-2199-5DEC54AF75CA}"/>
          </ac:spMkLst>
        </pc:spChg>
        <pc:spChg chg="mod">
          <ac:chgData name="Matthew" userId="3004dbd67fb7f2ca" providerId="LiveId" clId="{BEC6B0B2-9721-48C7-90CD-8A777B73BE30}" dt="2023-03-02T00:25:45.522" v="412" actId="20577"/>
          <ac:spMkLst>
            <pc:docMk/>
            <pc:sldMk cId="2144431636" sldId="302"/>
            <ac:spMk id="3" creationId="{6F51527C-1FD4-B8C6-388F-FEC0DBA996D2}"/>
          </ac:spMkLst>
        </pc:spChg>
        <pc:spChg chg="add mod">
          <ac:chgData name="Matthew" userId="3004dbd67fb7f2ca" providerId="LiveId" clId="{BEC6B0B2-9721-48C7-90CD-8A777B73BE30}" dt="2023-03-02T00:27:59.614" v="419" actId="1076"/>
          <ac:spMkLst>
            <pc:docMk/>
            <pc:sldMk cId="2144431636" sldId="302"/>
            <ac:spMk id="4" creationId="{02066075-2C9E-83F3-47D6-94695EE29D7E}"/>
          </ac:spMkLst>
        </pc:spChg>
      </pc:sldChg>
      <pc:sldChg chg="modSp new mod ord">
        <pc:chgData name="Matthew" userId="3004dbd67fb7f2ca" providerId="LiveId" clId="{BEC6B0B2-9721-48C7-90CD-8A777B73BE30}" dt="2023-03-02T00:48:25.416" v="1383" actId="113"/>
        <pc:sldMkLst>
          <pc:docMk/>
          <pc:sldMk cId="1712508055" sldId="303"/>
        </pc:sldMkLst>
        <pc:spChg chg="mod">
          <ac:chgData name="Matthew" userId="3004dbd67fb7f2ca" providerId="LiveId" clId="{BEC6B0B2-9721-48C7-90CD-8A777B73BE30}" dt="2023-03-02T00:28:24.365" v="423"/>
          <ac:spMkLst>
            <pc:docMk/>
            <pc:sldMk cId="1712508055" sldId="303"/>
            <ac:spMk id="2" creationId="{E48B0706-68F2-2B80-3A0A-F8E946C56ACD}"/>
          </ac:spMkLst>
        </pc:spChg>
        <pc:spChg chg="mod">
          <ac:chgData name="Matthew" userId="3004dbd67fb7f2ca" providerId="LiveId" clId="{BEC6B0B2-9721-48C7-90CD-8A777B73BE30}" dt="2023-03-02T00:48:25.416" v="1383" actId="113"/>
          <ac:spMkLst>
            <pc:docMk/>
            <pc:sldMk cId="1712508055" sldId="303"/>
            <ac:spMk id="3" creationId="{1A946C4D-A1A1-33BB-4B0D-B4EF62E90E28}"/>
          </ac:spMkLst>
        </pc:spChg>
      </pc:sldChg>
    </pc:docChg>
  </pc:docChgLst>
  <pc:docChgLst>
    <pc:chgData name="Matthew" userId="3004dbd67fb7f2ca" providerId="LiveId" clId="{70140022-5B1A-4BCC-BF53-21BAF0546EA8}"/>
    <pc:docChg chg="undo redo custSel addSld modSld modSection">
      <pc:chgData name="Matthew" userId="3004dbd67fb7f2ca" providerId="LiveId" clId="{70140022-5B1A-4BCC-BF53-21BAF0546EA8}" dt="2023-03-23T00:12:26.155" v="5100" actId="20577"/>
      <pc:docMkLst>
        <pc:docMk/>
      </pc:docMkLst>
      <pc:sldChg chg="modSp mod">
        <pc:chgData name="Matthew" userId="3004dbd67fb7f2ca" providerId="LiveId" clId="{70140022-5B1A-4BCC-BF53-21BAF0546EA8}" dt="2023-03-22T22:42:16.717" v="1078" actId="20577"/>
        <pc:sldMkLst>
          <pc:docMk/>
          <pc:sldMk cId="3647471527" sldId="289"/>
        </pc:sldMkLst>
        <pc:spChg chg="mod">
          <ac:chgData name="Matthew" userId="3004dbd67fb7f2ca" providerId="LiveId" clId="{70140022-5B1A-4BCC-BF53-21BAF0546EA8}" dt="2023-03-22T22:42:16.717" v="1078" actId="20577"/>
          <ac:spMkLst>
            <pc:docMk/>
            <pc:sldMk cId="3647471527" sldId="289"/>
            <ac:spMk id="3" creationId="{4A1653E4-AEF6-1EA9-0C11-89ACE374CEB8}"/>
          </ac:spMkLst>
        </pc:spChg>
      </pc:sldChg>
      <pc:sldChg chg="addSp modSp new mod">
        <pc:chgData name="Matthew" userId="3004dbd67fb7f2ca" providerId="LiveId" clId="{70140022-5B1A-4BCC-BF53-21BAF0546EA8}" dt="2023-03-22T22:12:00.139" v="367" actId="1076"/>
        <pc:sldMkLst>
          <pc:docMk/>
          <pc:sldMk cId="1115503113" sldId="290"/>
        </pc:sldMkLst>
        <pc:spChg chg="mod">
          <ac:chgData name="Matthew" userId="3004dbd67fb7f2ca" providerId="LiveId" clId="{70140022-5B1A-4BCC-BF53-21BAF0546EA8}" dt="2023-03-22T22:08:21.598" v="19" actId="20577"/>
          <ac:spMkLst>
            <pc:docMk/>
            <pc:sldMk cId="1115503113" sldId="290"/>
            <ac:spMk id="2" creationId="{89F501CB-EDEA-BBA6-DCE4-F1226C3ED279}"/>
          </ac:spMkLst>
        </pc:spChg>
        <pc:spChg chg="mod">
          <ac:chgData name="Matthew" userId="3004dbd67fb7f2ca" providerId="LiveId" clId="{70140022-5B1A-4BCC-BF53-21BAF0546EA8}" dt="2023-03-22T22:11:53.788" v="366" actId="20577"/>
          <ac:spMkLst>
            <pc:docMk/>
            <pc:sldMk cId="1115503113" sldId="290"/>
            <ac:spMk id="3" creationId="{C62F1F36-66DD-F26F-CA4C-95A854CA355A}"/>
          </ac:spMkLst>
        </pc:spChg>
        <pc:spChg chg="add mod">
          <ac:chgData name="Matthew" userId="3004dbd67fb7f2ca" providerId="LiveId" clId="{70140022-5B1A-4BCC-BF53-21BAF0546EA8}" dt="2023-03-22T22:11:24.811" v="304" actId="20577"/>
          <ac:spMkLst>
            <pc:docMk/>
            <pc:sldMk cId="1115503113" sldId="290"/>
            <ac:spMk id="6" creationId="{69474DDF-FEB4-AEB5-3B0A-338BC5AB7AEA}"/>
          </ac:spMkLst>
        </pc:spChg>
        <pc:picChg chg="add mod">
          <ac:chgData name="Matthew" userId="3004dbd67fb7f2ca" providerId="LiveId" clId="{70140022-5B1A-4BCC-BF53-21BAF0546EA8}" dt="2023-03-22T22:12:00.139" v="367" actId="1076"/>
          <ac:picMkLst>
            <pc:docMk/>
            <pc:sldMk cId="1115503113" sldId="290"/>
            <ac:picMk id="5" creationId="{A1E1C2A5-6DB2-8E5C-485A-86FA8F4241BB}"/>
          </ac:picMkLst>
        </pc:picChg>
      </pc:sldChg>
      <pc:sldChg chg="addSp modSp new mod">
        <pc:chgData name="Matthew" userId="3004dbd67fb7f2ca" providerId="LiveId" clId="{70140022-5B1A-4BCC-BF53-21BAF0546EA8}" dt="2023-03-22T22:22:05.457" v="797" actId="1076"/>
        <pc:sldMkLst>
          <pc:docMk/>
          <pc:sldMk cId="460540180" sldId="291"/>
        </pc:sldMkLst>
        <pc:spChg chg="mod">
          <ac:chgData name="Matthew" userId="3004dbd67fb7f2ca" providerId="LiveId" clId="{70140022-5B1A-4BCC-BF53-21BAF0546EA8}" dt="2023-03-22T22:12:33.512" v="387" actId="20577"/>
          <ac:spMkLst>
            <pc:docMk/>
            <pc:sldMk cId="460540180" sldId="291"/>
            <ac:spMk id="2" creationId="{AB12FB5E-C38E-E9FC-7B5C-2C8CE9D7CAA3}"/>
          </ac:spMkLst>
        </pc:spChg>
        <pc:spChg chg="mod">
          <ac:chgData name="Matthew" userId="3004dbd67fb7f2ca" providerId="LiveId" clId="{70140022-5B1A-4BCC-BF53-21BAF0546EA8}" dt="2023-03-22T22:21:42.053" v="794" actId="20577"/>
          <ac:spMkLst>
            <pc:docMk/>
            <pc:sldMk cId="460540180" sldId="291"/>
            <ac:spMk id="3" creationId="{CC132ED2-A5CE-03AE-55A0-34D9EB912D46}"/>
          </ac:spMkLst>
        </pc:spChg>
        <pc:spChg chg="add mod">
          <ac:chgData name="Matthew" userId="3004dbd67fb7f2ca" providerId="LiveId" clId="{70140022-5B1A-4BCC-BF53-21BAF0546EA8}" dt="2023-03-22T22:19:45.197" v="778" actId="3626"/>
          <ac:spMkLst>
            <pc:docMk/>
            <pc:sldMk cId="460540180" sldId="291"/>
            <ac:spMk id="6" creationId="{0A9F251B-07E7-0BE4-529D-12A9AA76AFB6}"/>
          </ac:spMkLst>
        </pc:spChg>
        <pc:picChg chg="add mod">
          <ac:chgData name="Matthew" userId="3004dbd67fb7f2ca" providerId="LiveId" clId="{70140022-5B1A-4BCC-BF53-21BAF0546EA8}" dt="2023-03-22T22:22:05.457" v="797" actId="1076"/>
          <ac:picMkLst>
            <pc:docMk/>
            <pc:sldMk cId="460540180" sldId="291"/>
            <ac:picMk id="5" creationId="{6EC4D284-0DBA-F09E-F06B-81D67BADA481}"/>
          </ac:picMkLst>
        </pc:picChg>
      </pc:sldChg>
      <pc:sldChg chg="addSp modSp new mod">
        <pc:chgData name="Matthew" userId="3004dbd67fb7f2ca" providerId="LiveId" clId="{70140022-5B1A-4BCC-BF53-21BAF0546EA8}" dt="2023-03-22T22:47:33.451" v="1316" actId="1076"/>
        <pc:sldMkLst>
          <pc:docMk/>
          <pc:sldMk cId="2176470747" sldId="292"/>
        </pc:sldMkLst>
        <pc:spChg chg="mod">
          <ac:chgData name="Matthew" userId="3004dbd67fb7f2ca" providerId="LiveId" clId="{70140022-5B1A-4BCC-BF53-21BAF0546EA8}" dt="2023-03-22T22:43:24.696" v="1080"/>
          <ac:spMkLst>
            <pc:docMk/>
            <pc:sldMk cId="2176470747" sldId="292"/>
            <ac:spMk id="2" creationId="{1BBB58D4-4580-6176-2FE8-8100087B007A}"/>
          </ac:spMkLst>
        </pc:spChg>
        <pc:spChg chg="mod">
          <ac:chgData name="Matthew" userId="3004dbd67fb7f2ca" providerId="LiveId" clId="{70140022-5B1A-4BCC-BF53-21BAF0546EA8}" dt="2023-03-22T22:45:37.611" v="1302" actId="20577"/>
          <ac:spMkLst>
            <pc:docMk/>
            <pc:sldMk cId="2176470747" sldId="292"/>
            <ac:spMk id="3" creationId="{34703DE0-8D71-7D95-1068-5016C7B6C8A2}"/>
          </ac:spMkLst>
        </pc:spChg>
        <pc:spChg chg="add mod">
          <ac:chgData name="Matthew" userId="3004dbd67fb7f2ca" providerId="LiveId" clId="{70140022-5B1A-4BCC-BF53-21BAF0546EA8}" dt="2023-03-22T22:47:23.635" v="1315" actId="1076"/>
          <ac:spMkLst>
            <pc:docMk/>
            <pc:sldMk cId="2176470747" sldId="292"/>
            <ac:spMk id="4" creationId="{173F2ECF-E220-3450-411F-CD5A04DCED99}"/>
          </ac:spMkLst>
        </pc:spChg>
        <pc:spChg chg="add mod">
          <ac:chgData name="Matthew" userId="3004dbd67fb7f2ca" providerId="LiveId" clId="{70140022-5B1A-4BCC-BF53-21BAF0546EA8}" dt="2023-03-22T22:47:33.451" v="1316" actId="1076"/>
          <ac:spMkLst>
            <pc:docMk/>
            <pc:sldMk cId="2176470747" sldId="292"/>
            <ac:spMk id="5" creationId="{844ADCA6-EE11-1D0D-F7E3-45E3FFDB4FAC}"/>
          </ac:spMkLst>
        </pc:spChg>
      </pc:sldChg>
      <pc:sldChg chg="modSp new mod">
        <pc:chgData name="Matthew" userId="3004dbd67fb7f2ca" providerId="LiveId" clId="{70140022-5B1A-4BCC-BF53-21BAF0546EA8}" dt="2023-03-22T22:50:38.747" v="1893" actId="20577"/>
        <pc:sldMkLst>
          <pc:docMk/>
          <pc:sldMk cId="4113086494" sldId="293"/>
        </pc:sldMkLst>
        <pc:spChg chg="mod">
          <ac:chgData name="Matthew" userId="3004dbd67fb7f2ca" providerId="LiveId" clId="{70140022-5B1A-4BCC-BF53-21BAF0546EA8}" dt="2023-03-22T22:49:19.847" v="1622" actId="20577"/>
          <ac:spMkLst>
            <pc:docMk/>
            <pc:sldMk cId="4113086494" sldId="293"/>
            <ac:spMk id="2" creationId="{8C122567-65C3-3D5D-0818-BB2CB972955E}"/>
          </ac:spMkLst>
        </pc:spChg>
        <pc:spChg chg="mod">
          <ac:chgData name="Matthew" userId="3004dbd67fb7f2ca" providerId="LiveId" clId="{70140022-5B1A-4BCC-BF53-21BAF0546EA8}" dt="2023-03-22T22:50:38.747" v="1893" actId="20577"/>
          <ac:spMkLst>
            <pc:docMk/>
            <pc:sldMk cId="4113086494" sldId="293"/>
            <ac:spMk id="3" creationId="{66708FB7-FC2F-2CB7-B8F6-4BCAB0B53DF6}"/>
          </ac:spMkLst>
        </pc:spChg>
      </pc:sldChg>
      <pc:sldChg chg="addSp modSp new mod">
        <pc:chgData name="Matthew" userId="3004dbd67fb7f2ca" providerId="LiveId" clId="{70140022-5B1A-4BCC-BF53-21BAF0546EA8}" dt="2023-03-22T22:54:16.523" v="2293"/>
        <pc:sldMkLst>
          <pc:docMk/>
          <pc:sldMk cId="98519305" sldId="294"/>
        </pc:sldMkLst>
        <pc:spChg chg="mod">
          <ac:chgData name="Matthew" userId="3004dbd67fb7f2ca" providerId="LiveId" clId="{70140022-5B1A-4BCC-BF53-21BAF0546EA8}" dt="2023-03-22T22:51:05.253" v="1952" actId="20577"/>
          <ac:spMkLst>
            <pc:docMk/>
            <pc:sldMk cId="98519305" sldId="294"/>
            <ac:spMk id="2" creationId="{393BF26D-760B-1B93-437F-BB68923A8D46}"/>
          </ac:spMkLst>
        </pc:spChg>
        <pc:spChg chg="mod">
          <ac:chgData name="Matthew" userId="3004dbd67fb7f2ca" providerId="LiveId" clId="{70140022-5B1A-4BCC-BF53-21BAF0546EA8}" dt="2023-03-22T22:53:27.898" v="2290" actId="20577"/>
          <ac:spMkLst>
            <pc:docMk/>
            <pc:sldMk cId="98519305" sldId="294"/>
            <ac:spMk id="3" creationId="{2F39FB7B-A3F3-BFB5-9278-FD4E97DF2D2D}"/>
          </ac:spMkLst>
        </pc:spChg>
        <pc:spChg chg="add mod">
          <ac:chgData name="Matthew" userId="3004dbd67fb7f2ca" providerId="LiveId" clId="{70140022-5B1A-4BCC-BF53-21BAF0546EA8}" dt="2023-03-22T22:54:16.523" v="2293"/>
          <ac:spMkLst>
            <pc:docMk/>
            <pc:sldMk cId="98519305" sldId="294"/>
            <ac:spMk id="4" creationId="{E51A5BED-921C-8EBF-A263-C0D0E6396CA3}"/>
          </ac:spMkLst>
        </pc:spChg>
      </pc:sldChg>
      <pc:sldChg chg="addSp modSp new mod">
        <pc:chgData name="Matthew" userId="3004dbd67fb7f2ca" providerId="LiveId" clId="{70140022-5B1A-4BCC-BF53-21BAF0546EA8}" dt="2023-03-22T22:58:10.288" v="2550" actId="20577"/>
        <pc:sldMkLst>
          <pc:docMk/>
          <pc:sldMk cId="3221888038" sldId="295"/>
        </pc:sldMkLst>
        <pc:spChg chg="mod">
          <ac:chgData name="Matthew" userId="3004dbd67fb7f2ca" providerId="LiveId" clId="{70140022-5B1A-4BCC-BF53-21BAF0546EA8}" dt="2023-03-22T22:55:45.960" v="2302" actId="20577"/>
          <ac:spMkLst>
            <pc:docMk/>
            <pc:sldMk cId="3221888038" sldId="295"/>
            <ac:spMk id="2" creationId="{022500F4-B7D4-4316-A0E5-6272D00DB4DE}"/>
          </ac:spMkLst>
        </pc:spChg>
        <pc:spChg chg="mod">
          <ac:chgData name="Matthew" userId="3004dbd67fb7f2ca" providerId="LiveId" clId="{70140022-5B1A-4BCC-BF53-21BAF0546EA8}" dt="2023-03-22T22:58:10.288" v="2550" actId="20577"/>
          <ac:spMkLst>
            <pc:docMk/>
            <pc:sldMk cId="3221888038" sldId="295"/>
            <ac:spMk id="3" creationId="{15231743-C561-C582-A83C-EB2FAD0218E2}"/>
          </ac:spMkLst>
        </pc:spChg>
        <pc:spChg chg="add mod">
          <ac:chgData name="Matthew" userId="3004dbd67fb7f2ca" providerId="LiveId" clId="{70140022-5B1A-4BCC-BF53-21BAF0546EA8}" dt="2023-03-22T22:57:04.926" v="2383" actId="1076"/>
          <ac:spMkLst>
            <pc:docMk/>
            <pc:sldMk cId="3221888038" sldId="295"/>
            <ac:spMk id="4" creationId="{4FE4275B-C2AE-740D-3C32-102B54C7878E}"/>
          </ac:spMkLst>
        </pc:spChg>
      </pc:sldChg>
      <pc:sldChg chg="addSp modSp new mod">
        <pc:chgData name="Matthew" userId="3004dbd67fb7f2ca" providerId="LiveId" clId="{70140022-5B1A-4BCC-BF53-21BAF0546EA8}" dt="2023-03-22T23:04:50.307" v="2642" actId="20577"/>
        <pc:sldMkLst>
          <pc:docMk/>
          <pc:sldMk cId="1308045359" sldId="296"/>
        </pc:sldMkLst>
        <pc:spChg chg="mod">
          <ac:chgData name="Matthew" userId="3004dbd67fb7f2ca" providerId="LiveId" clId="{70140022-5B1A-4BCC-BF53-21BAF0546EA8}" dt="2023-03-22T23:04:05.064" v="2597" actId="20577"/>
          <ac:spMkLst>
            <pc:docMk/>
            <pc:sldMk cId="1308045359" sldId="296"/>
            <ac:spMk id="2" creationId="{8730A12F-4E40-7F7D-8549-8028F2AD87CA}"/>
          </ac:spMkLst>
        </pc:spChg>
        <pc:spChg chg="mod">
          <ac:chgData name="Matthew" userId="3004dbd67fb7f2ca" providerId="LiveId" clId="{70140022-5B1A-4BCC-BF53-21BAF0546EA8}" dt="2023-03-22T23:04:50.307" v="2642" actId="20577"/>
          <ac:spMkLst>
            <pc:docMk/>
            <pc:sldMk cId="1308045359" sldId="296"/>
            <ac:spMk id="3" creationId="{9F263590-A21E-97F1-3571-8B4FBF5A1C67}"/>
          </ac:spMkLst>
        </pc:spChg>
        <pc:spChg chg="add mod">
          <ac:chgData name="Matthew" userId="3004dbd67fb7f2ca" providerId="LiveId" clId="{70140022-5B1A-4BCC-BF53-21BAF0546EA8}" dt="2023-03-22T23:03:46.013" v="2567" actId="1076"/>
          <ac:spMkLst>
            <pc:docMk/>
            <pc:sldMk cId="1308045359" sldId="296"/>
            <ac:spMk id="4" creationId="{ADFE3A9B-FCC4-2C39-5162-C097B27DCED5}"/>
          </ac:spMkLst>
        </pc:spChg>
      </pc:sldChg>
      <pc:sldChg chg="modSp new mod">
        <pc:chgData name="Matthew" userId="3004dbd67fb7f2ca" providerId="LiveId" clId="{70140022-5B1A-4BCC-BF53-21BAF0546EA8}" dt="2023-03-22T23:29:11.419" v="2850" actId="20577"/>
        <pc:sldMkLst>
          <pc:docMk/>
          <pc:sldMk cId="2944497364" sldId="297"/>
        </pc:sldMkLst>
        <pc:spChg chg="mod">
          <ac:chgData name="Matthew" userId="3004dbd67fb7f2ca" providerId="LiveId" clId="{70140022-5B1A-4BCC-BF53-21BAF0546EA8}" dt="2023-03-22T23:05:56.565" v="2678" actId="20577"/>
          <ac:spMkLst>
            <pc:docMk/>
            <pc:sldMk cId="2944497364" sldId="297"/>
            <ac:spMk id="2" creationId="{1AD5EF35-CF82-BF81-18B3-4371A2B045DD}"/>
          </ac:spMkLst>
        </pc:spChg>
        <pc:spChg chg="mod">
          <ac:chgData name="Matthew" userId="3004dbd67fb7f2ca" providerId="LiveId" clId="{70140022-5B1A-4BCC-BF53-21BAF0546EA8}" dt="2023-03-22T23:29:11.419" v="2850" actId="20577"/>
          <ac:spMkLst>
            <pc:docMk/>
            <pc:sldMk cId="2944497364" sldId="297"/>
            <ac:spMk id="3" creationId="{F3E3D04A-14E6-8626-4C74-80A80D0A22B2}"/>
          </ac:spMkLst>
        </pc:spChg>
      </pc:sldChg>
      <pc:sldChg chg="addSp modSp new mod">
        <pc:chgData name="Matthew" userId="3004dbd67fb7f2ca" providerId="LiveId" clId="{70140022-5B1A-4BCC-BF53-21BAF0546EA8}" dt="2023-03-22T23:34:07.625" v="3012"/>
        <pc:sldMkLst>
          <pc:docMk/>
          <pc:sldMk cId="2379080453" sldId="298"/>
        </pc:sldMkLst>
        <pc:spChg chg="mod">
          <ac:chgData name="Matthew" userId="3004dbd67fb7f2ca" providerId="LiveId" clId="{70140022-5B1A-4BCC-BF53-21BAF0546EA8}" dt="2023-03-22T23:32:12.781" v="2863" actId="20577"/>
          <ac:spMkLst>
            <pc:docMk/>
            <pc:sldMk cId="2379080453" sldId="298"/>
            <ac:spMk id="2" creationId="{6DF8C717-F4EE-6D50-4BC0-059F5D0F6FD7}"/>
          </ac:spMkLst>
        </pc:spChg>
        <pc:spChg chg="mod">
          <ac:chgData name="Matthew" userId="3004dbd67fb7f2ca" providerId="LiveId" clId="{70140022-5B1A-4BCC-BF53-21BAF0546EA8}" dt="2023-03-22T23:33:19.709" v="3009" actId="20577"/>
          <ac:spMkLst>
            <pc:docMk/>
            <pc:sldMk cId="2379080453" sldId="298"/>
            <ac:spMk id="3" creationId="{3659C17C-BD02-FA2D-5012-CDBC3EFDD58F}"/>
          </ac:spMkLst>
        </pc:spChg>
        <pc:spChg chg="add mod">
          <ac:chgData name="Matthew" userId="3004dbd67fb7f2ca" providerId="LiveId" clId="{70140022-5B1A-4BCC-BF53-21BAF0546EA8}" dt="2023-03-22T23:32:59.171" v="2937" actId="1076"/>
          <ac:spMkLst>
            <pc:docMk/>
            <pc:sldMk cId="2379080453" sldId="298"/>
            <ac:spMk id="4" creationId="{5F160966-56E5-B2CC-3D2C-BDD702CA44D7}"/>
          </ac:spMkLst>
        </pc:spChg>
        <pc:spChg chg="add mod">
          <ac:chgData name="Matthew" userId="3004dbd67fb7f2ca" providerId="LiveId" clId="{70140022-5B1A-4BCC-BF53-21BAF0546EA8}" dt="2023-03-22T23:34:07.625" v="3012"/>
          <ac:spMkLst>
            <pc:docMk/>
            <pc:sldMk cId="2379080453" sldId="298"/>
            <ac:spMk id="5" creationId="{80C81EE1-AC7D-99E2-BD21-922AD17A9569}"/>
          </ac:spMkLst>
        </pc:spChg>
      </pc:sldChg>
      <pc:sldChg chg="addSp modSp new mod">
        <pc:chgData name="Matthew" userId="3004dbd67fb7f2ca" providerId="LiveId" clId="{70140022-5B1A-4BCC-BF53-21BAF0546EA8}" dt="2023-03-22T23:38:32.691" v="3415" actId="1076"/>
        <pc:sldMkLst>
          <pc:docMk/>
          <pc:sldMk cId="3367382126" sldId="299"/>
        </pc:sldMkLst>
        <pc:spChg chg="mod">
          <ac:chgData name="Matthew" userId="3004dbd67fb7f2ca" providerId="LiveId" clId="{70140022-5B1A-4BCC-BF53-21BAF0546EA8}" dt="2023-03-22T23:35:34.096" v="3025" actId="20577"/>
          <ac:spMkLst>
            <pc:docMk/>
            <pc:sldMk cId="3367382126" sldId="299"/>
            <ac:spMk id="2" creationId="{C59DB8A7-8F04-4099-5799-5E85D42035B9}"/>
          </ac:spMkLst>
        </pc:spChg>
        <pc:spChg chg="mod">
          <ac:chgData name="Matthew" userId="3004dbd67fb7f2ca" providerId="LiveId" clId="{70140022-5B1A-4BCC-BF53-21BAF0546EA8}" dt="2023-03-22T23:38:24.730" v="3414" actId="20577"/>
          <ac:spMkLst>
            <pc:docMk/>
            <pc:sldMk cId="3367382126" sldId="299"/>
            <ac:spMk id="3" creationId="{D19F4DC0-6542-92E6-1171-7AC236F5CBD3}"/>
          </ac:spMkLst>
        </pc:spChg>
        <pc:spChg chg="add mod">
          <ac:chgData name="Matthew" userId="3004dbd67fb7f2ca" providerId="LiveId" clId="{70140022-5B1A-4BCC-BF53-21BAF0546EA8}" dt="2023-03-22T23:38:32.691" v="3415" actId="1076"/>
          <ac:spMkLst>
            <pc:docMk/>
            <pc:sldMk cId="3367382126" sldId="299"/>
            <ac:spMk id="4" creationId="{FEAB4FAC-0123-7400-DFB1-BF803B4F0077}"/>
          </ac:spMkLst>
        </pc:spChg>
      </pc:sldChg>
      <pc:sldChg chg="addSp delSp modSp new mod">
        <pc:chgData name="Matthew" userId="3004dbd67fb7f2ca" providerId="LiveId" clId="{70140022-5B1A-4BCC-BF53-21BAF0546EA8}" dt="2023-03-22T23:54:51.901" v="3771" actId="1076"/>
        <pc:sldMkLst>
          <pc:docMk/>
          <pc:sldMk cId="4231557862" sldId="300"/>
        </pc:sldMkLst>
        <pc:spChg chg="mod">
          <ac:chgData name="Matthew" userId="3004dbd67fb7f2ca" providerId="LiveId" clId="{70140022-5B1A-4BCC-BF53-21BAF0546EA8}" dt="2023-03-22T23:39:08.312" v="3448" actId="20577"/>
          <ac:spMkLst>
            <pc:docMk/>
            <pc:sldMk cId="4231557862" sldId="300"/>
            <ac:spMk id="2" creationId="{7D82F677-604A-C067-9B9D-1B6193B52A7D}"/>
          </ac:spMkLst>
        </pc:spChg>
        <pc:spChg chg="mod">
          <ac:chgData name="Matthew" userId="3004dbd67fb7f2ca" providerId="LiveId" clId="{70140022-5B1A-4BCC-BF53-21BAF0546EA8}" dt="2023-03-22T23:54:44.768" v="3770" actId="20577"/>
          <ac:spMkLst>
            <pc:docMk/>
            <pc:sldMk cId="4231557862" sldId="300"/>
            <ac:spMk id="3" creationId="{F61B5043-C00A-1DF5-70F9-93ACECE2152B}"/>
          </ac:spMkLst>
        </pc:spChg>
        <pc:spChg chg="add mod">
          <ac:chgData name="Matthew" userId="3004dbd67fb7f2ca" providerId="LiveId" clId="{70140022-5B1A-4BCC-BF53-21BAF0546EA8}" dt="2023-03-22T23:54:51.901" v="3771" actId="1076"/>
          <ac:spMkLst>
            <pc:docMk/>
            <pc:sldMk cId="4231557862" sldId="300"/>
            <ac:spMk id="4" creationId="{149362F4-74AA-4EC0-E56B-66A067B5E018}"/>
          </ac:spMkLst>
        </pc:spChg>
        <pc:spChg chg="add del mod">
          <ac:chgData name="Matthew" userId="3004dbd67fb7f2ca" providerId="LiveId" clId="{70140022-5B1A-4BCC-BF53-21BAF0546EA8}" dt="2023-03-22T23:53:28.253" v="3732" actId="21"/>
          <ac:spMkLst>
            <pc:docMk/>
            <pc:sldMk cId="4231557862" sldId="300"/>
            <ac:spMk id="5" creationId="{069D408B-D676-443F-2707-041688F0B6D0}"/>
          </ac:spMkLst>
        </pc:spChg>
      </pc:sldChg>
      <pc:sldChg chg="addSp modSp new mod">
        <pc:chgData name="Matthew" userId="3004dbd67fb7f2ca" providerId="LiveId" clId="{70140022-5B1A-4BCC-BF53-21BAF0546EA8}" dt="2023-03-22T23:57:12.243" v="4051" actId="20577"/>
        <pc:sldMkLst>
          <pc:docMk/>
          <pc:sldMk cId="1312271908" sldId="301"/>
        </pc:sldMkLst>
        <pc:spChg chg="mod">
          <ac:chgData name="Matthew" userId="3004dbd67fb7f2ca" providerId="LiveId" clId="{70140022-5B1A-4BCC-BF53-21BAF0546EA8}" dt="2023-03-22T23:55:13.401" v="3791" actId="20577"/>
          <ac:spMkLst>
            <pc:docMk/>
            <pc:sldMk cId="1312271908" sldId="301"/>
            <ac:spMk id="2" creationId="{D7FAE2D9-07C5-CFF2-3FD6-5739C585D2BD}"/>
          </ac:spMkLst>
        </pc:spChg>
        <pc:spChg chg="mod">
          <ac:chgData name="Matthew" userId="3004dbd67fb7f2ca" providerId="LiveId" clId="{70140022-5B1A-4BCC-BF53-21BAF0546EA8}" dt="2023-03-22T23:57:12.243" v="4051" actId="20577"/>
          <ac:spMkLst>
            <pc:docMk/>
            <pc:sldMk cId="1312271908" sldId="301"/>
            <ac:spMk id="3" creationId="{38D5ADC2-881C-F619-AC16-84DE85DADC6C}"/>
          </ac:spMkLst>
        </pc:spChg>
        <pc:spChg chg="add mod">
          <ac:chgData name="Matthew" userId="3004dbd67fb7f2ca" providerId="LiveId" clId="{70140022-5B1A-4BCC-BF53-21BAF0546EA8}" dt="2023-03-22T23:56:31.824" v="3864" actId="1076"/>
          <ac:spMkLst>
            <pc:docMk/>
            <pc:sldMk cId="1312271908" sldId="301"/>
            <ac:spMk id="4" creationId="{7D2F641E-30B2-082D-AEA4-ED42CDA930E0}"/>
          </ac:spMkLst>
        </pc:spChg>
      </pc:sldChg>
      <pc:sldChg chg="modSp new mod">
        <pc:chgData name="Matthew" userId="3004dbd67fb7f2ca" providerId="LiveId" clId="{70140022-5B1A-4BCC-BF53-21BAF0546EA8}" dt="2023-03-23T00:04:15.189" v="4966" actId="20577"/>
        <pc:sldMkLst>
          <pc:docMk/>
          <pc:sldMk cId="1397422770" sldId="302"/>
        </pc:sldMkLst>
        <pc:spChg chg="mod">
          <ac:chgData name="Matthew" userId="3004dbd67fb7f2ca" providerId="LiveId" clId="{70140022-5B1A-4BCC-BF53-21BAF0546EA8}" dt="2023-03-23T00:00:31.232" v="4594" actId="20577"/>
          <ac:spMkLst>
            <pc:docMk/>
            <pc:sldMk cId="1397422770" sldId="302"/>
            <ac:spMk id="2" creationId="{85CC1FF9-4554-D73A-FFB9-DB74CD87F54F}"/>
          </ac:spMkLst>
        </pc:spChg>
        <pc:spChg chg="mod">
          <ac:chgData name="Matthew" userId="3004dbd67fb7f2ca" providerId="LiveId" clId="{70140022-5B1A-4BCC-BF53-21BAF0546EA8}" dt="2023-03-23T00:04:15.189" v="4966" actId="20577"/>
          <ac:spMkLst>
            <pc:docMk/>
            <pc:sldMk cId="1397422770" sldId="302"/>
            <ac:spMk id="3" creationId="{1547E3E1-A184-7C7D-8B0A-B5B439CF2143}"/>
          </ac:spMkLst>
        </pc:spChg>
      </pc:sldChg>
      <pc:sldChg chg="modSp new mod">
        <pc:chgData name="Matthew" userId="3004dbd67fb7f2ca" providerId="LiveId" clId="{70140022-5B1A-4BCC-BF53-21BAF0546EA8}" dt="2023-03-23T00:12:26.155" v="5100" actId="20577"/>
        <pc:sldMkLst>
          <pc:docMk/>
          <pc:sldMk cId="3849454267" sldId="303"/>
        </pc:sldMkLst>
        <pc:spChg chg="mod">
          <ac:chgData name="Matthew" userId="3004dbd67fb7f2ca" providerId="LiveId" clId="{70140022-5B1A-4BCC-BF53-21BAF0546EA8}" dt="2023-03-23T00:00:41.246" v="4597" actId="20577"/>
          <ac:spMkLst>
            <pc:docMk/>
            <pc:sldMk cId="3849454267" sldId="303"/>
            <ac:spMk id="2" creationId="{C40571B5-698F-3B8B-444E-384D8D3C0110}"/>
          </ac:spMkLst>
        </pc:spChg>
        <pc:spChg chg="mod">
          <ac:chgData name="Matthew" userId="3004dbd67fb7f2ca" providerId="LiveId" clId="{70140022-5B1A-4BCC-BF53-21BAF0546EA8}" dt="2023-03-23T00:12:26.155" v="5100" actId="20577"/>
          <ac:spMkLst>
            <pc:docMk/>
            <pc:sldMk cId="3849454267" sldId="303"/>
            <ac:spMk id="3" creationId="{7D735361-01B5-44A4-EA08-42D94506C446}"/>
          </ac:spMkLst>
        </pc:spChg>
      </pc:sldChg>
    </pc:docChg>
  </pc:docChgLst>
  <pc:docChgLst>
    <pc:chgData name="Matthew" userId="3004dbd67fb7f2ca" providerId="LiveId" clId="{15A539D6-FA9F-4C2A-AB53-F7C9DF6BD0A5}"/>
    <pc:docChg chg="undo custSel addSld delSld modSld">
      <pc:chgData name="Matthew" userId="3004dbd67fb7f2ca" providerId="LiveId" clId="{15A539D6-FA9F-4C2A-AB53-F7C9DF6BD0A5}" dt="2023-02-11T19:41:57.222" v="5104" actId="20577"/>
      <pc:docMkLst>
        <pc:docMk/>
      </pc:docMkLst>
      <pc:sldChg chg="modSp mod">
        <pc:chgData name="Matthew" userId="3004dbd67fb7f2ca" providerId="LiveId" clId="{15A539D6-FA9F-4C2A-AB53-F7C9DF6BD0A5}" dt="2023-02-11T11:20:00.472" v="14" actId="20577"/>
        <pc:sldMkLst>
          <pc:docMk/>
          <pc:sldMk cId="3216822840" sldId="256"/>
        </pc:sldMkLst>
        <pc:spChg chg="mod">
          <ac:chgData name="Matthew" userId="3004dbd67fb7f2ca" providerId="LiveId" clId="{15A539D6-FA9F-4C2A-AB53-F7C9DF6BD0A5}" dt="2023-02-11T11:20:00.472" v="14" actId="20577"/>
          <ac:spMkLst>
            <pc:docMk/>
            <pc:sldMk cId="3216822840" sldId="256"/>
            <ac:spMk id="2" creationId="{427DBAE9-EF64-6E8D-397C-EBFEBF00850D}"/>
          </ac:spMkLst>
        </pc:spChg>
      </pc:sldChg>
      <pc:sldChg chg="del">
        <pc:chgData name="Matthew" userId="3004dbd67fb7f2ca" providerId="LiveId" clId="{15A539D6-FA9F-4C2A-AB53-F7C9DF6BD0A5}" dt="2023-02-11T11:20:16.352" v="18" actId="47"/>
        <pc:sldMkLst>
          <pc:docMk/>
          <pc:sldMk cId="563424669" sldId="257"/>
        </pc:sldMkLst>
      </pc:sldChg>
      <pc:sldChg chg="del">
        <pc:chgData name="Matthew" userId="3004dbd67fb7f2ca" providerId="LiveId" clId="{15A539D6-FA9F-4C2A-AB53-F7C9DF6BD0A5}" dt="2023-02-11T11:20:16.352" v="18" actId="47"/>
        <pc:sldMkLst>
          <pc:docMk/>
          <pc:sldMk cId="831231460" sldId="258"/>
        </pc:sldMkLst>
      </pc:sldChg>
      <pc:sldChg chg="del">
        <pc:chgData name="Matthew" userId="3004dbd67fb7f2ca" providerId="LiveId" clId="{15A539D6-FA9F-4C2A-AB53-F7C9DF6BD0A5}" dt="2023-02-11T11:20:16.352" v="18" actId="47"/>
        <pc:sldMkLst>
          <pc:docMk/>
          <pc:sldMk cId="230349514" sldId="259"/>
        </pc:sldMkLst>
      </pc:sldChg>
      <pc:sldChg chg="del">
        <pc:chgData name="Matthew" userId="3004dbd67fb7f2ca" providerId="LiveId" clId="{15A539D6-FA9F-4C2A-AB53-F7C9DF6BD0A5}" dt="2023-02-11T11:20:16.352" v="18" actId="47"/>
        <pc:sldMkLst>
          <pc:docMk/>
          <pc:sldMk cId="880976459" sldId="260"/>
        </pc:sldMkLst>
      </pc:sldChg>
      <pc:sldChg chg="del">
        <pc:chgData name="Matthew" userId="3004dbd67fb7f2ca" providerId="LiveId" clId="{15A539D6-FA9F-4C2A-AB53-F7C9DF6BD0A5}" dt="2023-02-11T11:20:16.352" v="18" actId="47"/>
        <pc:sldMkLst>
          <pc:docMk/>
          <pc:sldMk cId="2330364764" sldId="261"/>
        </pc:sldMkLst>
      </pc:sldChg>
      <pc:sldChg chg="modSp mod">
        <pc:chgData name="Matthew" userId="3004dbd67fb7f2ca" providerId="LiveId" clId="{15A539D6-FA9F-4C2A-AB53-F7C9DF6BD0A5}" dt="2023-02-11T12:22:25.031" v="2048" actId="20577"/>
        <pc:sldMkLst>
          <pc:docMk/>
          <pc:sldMk cId="3696798408" sldId="286"/>
        </pc:sldMkLst>
        <pc:spChg chg="mod">
          <ac:chgData name="Matthew" userId="3004dbd67fb7f2ca" providerId="LiveId" clId="{15A539D6-FA9F-4C2A-AB53-F7C9DF6BD0A5}" dt="2023-02-11T12:22:25.031" v="2048" actId="20577"/>
          <ac:spMkLst>
            <pc:docMk/>
            <pc:sldMk cId="3696798408" sldId="286"/>
            <ac:spMk id="3" creationId="{D6BF1FEB-41FE-ED53-3805-DD2B95E79528}"/>
          </ac:spMkLst>
        </pc:spChg>
      </pc:sldChg>
      <pc:sldChg chg="modSp new mod">
        <pc:chgData name="Matthew" userId="3004dbd67fb7f2ca" providerId="LiveId" clId="{15A539D6-FA9F-4C2A-AB53-F7C9DF6BD0A5}" dt="2023-02-11T11:39:20.023" v="616" actId="113"/>
        <pc:sldMkLst>
          <pc:docMk/>
          <pc:sldMk cId="293078799" sldId="287"/>
        </pc:sldMkLst>
        <pc:spChg chg="mod">
          <ac:chgData name="Matthew" userId="3004dbd67fb7f2ca" providerId="LiveId" clId="{15A539D6-FA9F-4C2A-AB53-F7C9DF6BD0A5}" dt="2023-02-11T11:37:47.751" v="508" actId="20577"/>
          <ac:spMkLst>
            <pc:docMk/>
            <pc:sldMk cId="293078799" sldId="287"/>
            <ac:spMk id="2" creationId="{CE2D37CF-81D1-DE78-37A6-FC2087A4E7EF}"/>
          </ac:spMkLst>
        </pc:spChg>
        <pc:spChg chg="mod">
          <ac:chgData name="Matthew" userId="3004dbd67fb7f2ca" providerId="LiveId" clId="{15A539D6-FA9F-4C2A-AB53-F7C9DF6BD0A5}" dt="2023-02-11T11:39:20.023" v="616" actId="113"/>
          <ac:spMkLst>
            <pc:docMk/>
            <pc:sldMk cId="293078799" sldId="287"/>
            <ac:spMk id="3" creationId="{081F85B5-2E9C-913A-529E-732CD38AD645}"/>
          </ac:spMkLst>
        </pc:spChg>
      </pc:sldChg>
      <pc:sldChg chg="del">
        <pc:chgData name="Matthew" userId="3004dbd67fb7f2ca" providerId="LiveId" clId="{15A539D6-FA9F-4C2A-AB53-F7C9DF6BD0A5}" dt="2023-02-11T11:20:16.352" v="18" actId="47"/>
        <pc:sldMkLst>
          <pc:docMk/>
          <pc:sldMk cId="3621479473" sldId="287"/>
        </pc:sldMkLst>
      </pc:sldChg>
      <pc:sldChg chg="del">
        <pc:chgData name="Matthew" userId="3004dbd67fb7f2ca" providerId="LiveId" clId="{15A539D6-FA9F-4C2A-AB53-F7C9DF6BD0A5}" dt="2023-02-11T11:20:16.352" v="18" actId="47"/>
        <pc:sldMkLst>
          <pc:docMk/>
          <pc:sldMk cId="755573264" sldId="288"/>
        </pc:sldMkLst>
      </pc:sldChg>
      <pc:sldChg chg="modSp new mod">
        <pc:chgData name="Matthew" userId="3004dbd67fb7f2ca" providerId="LiveId" clId="{15A539D6-FA9F-4C2A-AB53-F7C9DF6BD0A5}" dt="2023-02-11T11:55:53.425" v="1248" actId="14100"/>
        <pc:sldMkLst>
          <pc:docMk/>
          <pc:sldMk cId="809986276" sldId="288"/>
        </pc:sldMkLst>
        <pc:spChg chg="mod">
          <ac:chgData name="Matthew" userId="3004dbd67fb7f2ca" providerId="LiveId" clId="{15A539D6-FA9F-4C2A-AB53-F7C9DF6BD0A5}" dt="2023-02-11T11:55:53.425" v="1248" actId="14100"/>
          <ac:spMkLst>
            <pc:docMk/>
            <pc:sldMk cId="809986276" sldId="288"/>
            <ac:spMk id="2" creationId="{1802F16D-C41B-2859-E471-36D048AF75CB}"/>
          </ac:spMkLst>
        </pc:spChg>
        <pc:spChg chg="mod">
          <ac:chgData name="Matthew" userId="3004dbd67fb7f2ca" providerId="LiveId" clId="{15A539D6-FA9F-4C2A-AB53-F7C9DF6BD0A5}" dt="2023-02-11T11:47:38.564" v="1027" actId="27636"/>
          <ac:spMkLst>
            <pc:docMk/>
            <pc:sldMk cId="809986276" sldId="288"/>
            <ac:spMk id="3" creationId="{7A0B2D29-C037-8377-C9BF-32471BC7FBFE}"/>
          </ac:spMkLst>
        </pc:spChg>
      </pc:sldChg>
      <pc:sldChg chg="modSp new mod">
        <pc:chgData name="Matthew" userId="3004dbd67fb7f2ca" providerId="LiveId" clId="{15A539D6-FA9F-4C2A-AB53-F7C9DF6BD0A5}" dt="2023-02-11T11:56:03.618" v="1261" actId="14100"/>
        <pc:sldMkLst>
          <pc:docMk/>
          <pc:sldMk cId="1123660039" sldId="289"/>
        </pc:sldMkLst>
        <pc:spChg chg="mod">
          <ac:chgData name="Matthew" userId="3004dbd67fb7f2ca" providerId="LiveId" clId="{15A539D6-FA9F-4C2A-AB53-F7C9DF6BD0A5}" dt="2023-02-11T11:56:03.618" v="1261" actId="14100"/>
          <ac:spMkLst>
            <pc:docMk/>
            <pc:sldMk cId="1123660039" sldId="289"/>
            <ac:spMk id="2" creationId="{5B83BF8A-2DF8-6C40-5168-45E302DD7DD4}"/>
          </ac:spMkLst>
        </pc:spChg>
        <pc:spChg chg="mod">
          <ac:chgData name="Matthew" userId="3004dbd67fb7f2ca" providerId="LiveId" clId="{15A539D6-FA9F-4C2A-AB53-F7C9DF6BD0A5}" dt="2023-02-11T11:55:00.863" v="1237" actId="20577"/>
          <ac:spMkLst>
            <pc:docMk/>
            <pc:sldMk cId="1123660039" sldId="289"/>
            <ac:spMk id="3" creationId="{6D8EBF24-FB5B-790D-6B84-E81074AAF628}"/>
          </ac:spMkLst>
        </pc:spChg>
      </pc:sldChg>
      <pc:sldChg chg="del">
        <pc:chgData name="Matthew" userId="3004dbd67fb7f2ca" providerId="LiveId" clId="{15A539D6-FA9F-4C2A-AB53-F7C9DF6BD0A5}" dt="2023-02-11T11:20:16.352" v="18" actId="47"/>
        <pc:sldMkLst>
          <pc:docMk/>
          <pc:sldMk cId="1681460913" sldId="289"/>
        </pc:sldMkLst>
      </pc:sldChg>
      <pc:sldChg chg="modSp new mod">
        <pc:chgData name="Matthew" userId="3004dbd67fb7f2ca" providerId="LiveId" clId="{15A539D6-FA9F-4C2A-AB53-F7C9DF6BD0A5}" dt="2023-02-11T15:49:01.546" v="3223"/>
        <pc:sldMkLst>
          <pc:docMk/>
          <pc:sldMk cId="2594393602" sldId="290"/>
        </pc:sldMkLst>
        <pc:spChg chg="mod">
          <ac:chgData name="Matthew" userId="3004dbd67fb7f2ca" providerId="LiveId" clId="{15A539D6-FA9F-4C2A-AB53-F7C9DF6BD0A5}" dt="2023-02-11T11:56:30.549" v="1292"/>
          <ac:spMkLst>
            <pc:docMk/>
            <pc:sldMk cId="2594393602" sldId="290"/>
            <ac:spMk id="2" creationId="{FC8C805B-5426-1445-3EA7-63446F98D374}"/>
          </ac:spMkLst>
        </pc:spChg>
        <pc:spChg chg="mod">
          <ac:chgData name="Matthew" userId="3004dbd67fb7f2ca" providerId="LiveId" clId="{15A539D6-FA9F-4C2A-AB53-F7C9DF6BD0A5}" dt="2023-02-11T15:49:01.546" v="3223"/>
          <ac:spMkLst>
            <pc:docMk/>
            <pc:sldMk cId="2594393602" sldId="290"/>
            <ac:spMk id="3" creationId="{6F6E6EB0-5B9E-F391-F227-13D684BDDAD4}"/>
          </ac:spMkLst>
        </pc:spChg>
      </pc:sldChg>
      <pc:sldChg chg="del">
        <pc:chgData name="Matthew" userId="3004dbd67fb7f2ca" providerId="LiveId" clId="{15A539D6-FA9F-4C2A-AB53-F7C9DF6BD0A5}" dt="2023-02-11T11:20:16.352" v="18" actId="47"/>
        <pc:sldMkLst>
          <pc:docMk/>
          <pc:sldMk cId="3101608356" sldId="290"/>
        </pc:sldMkLst>
      </pc:sldChg>
      <pc:sldChg chg="del">
        <pc:chgData name="Matthew" userId="3004dbd67fb7f2ca" providerId="LiveId" clId="{15A539D6-FA9F-4C2A-AB53-F7C9DF6BD0A5}" dt="2023-02-11T11:20:16.352" v="18" actId="47"/>
        <pc:sldMkLst>
          <pc:docMk/>
          <pc:sldMk cId="298717145" sldId="291"/>
        </pc:sldMkLst>
      </pc:sldChg>
      <pc:sldChg chg="addSp delSp modSp new mod">
        <pc:chgData name="Matthew" userId="3004dbd67fb7f2ca" providerId="LiveId" clId="{15A539D6-FA9F-4C2A-AB53-F7C9DF6BD0A5}" dt="2023-02-11T12:07:54.283" v="1555"/>
        <pc:sldMkLst>
          <pc:docMk/>
          <pc:sldMk cId="2182820291" sldId="291"/>
        </pc:sldMkLst>
        <pc:spChg chg="mod">
          <ac:chgData name="Matthew" userId="3004dbd67fb7f2ca" providerId="LiveId" clId="{15A539D6-FA9F-4C2A-AB53-F7C9DF6BD0A5}" dt="2023-02-11T12:07:54.283" v="1555"/>
          <ac:spMkLst>
            <pc:docMk/>
            <pc:sldMk cId="2182820291" sldId="291"/>
            <ac:spMk id="2" creationId="{33E49AFD-C49B-B9C0-70C6-4061C9FA15DE}"/>
          </ac:spMkLst>
        </pc:spChg>
        <pc:spChg chg="del">
          <ac:chgData name="Matthew" userId="3004dbd67fb7f2ca" providerId="LiveId" clId="{15A539D6-FA9F-4C2A-AB53-F7C9DF6BD0A5}" dt="2023-02-11T12:04:51.409" v="1460" actId="3680"/>
          <ac:spMkLst>
            <pc:docMk/>
            <pc:sldMk cId="2182820291" sldId="291"/>
            <ac:spMk id="3" creationId="{7F640103-D0CC-8E5C-AAB5-452F2A036269}"/>
          </ac:spMkLst>
        </pc:spChg>
        <pc:graphicFrameChg chg="add mod ord modGraphic">
          <ac:chgData name="Matthew" userId="3004dbd67fb7f2ca" providerId="LiveId" clId="{15A539D6-FA9F-4C2A-AB53-F7C9DF6BD0A5}" dt="2023-02-11T12:06:08.262" v="1510" actId="1076"/>
          <ac:graphicFrameMkLst>
            <pc:docMk/>
            <pc:sldMk cId="2182820291" sldId="291"/>
            <ac:graphicFrameMk id="4" creationId="{F26FF569-18F0-25AA-8828-4F18C0D83599}"/>
          </ac:graphicFrameMkLst>
        </pc:graphicFrameChg>
      </pc:sldChg>
      <pc:sldChg chg="addSp delSp modSp new mod">
        <pc:chgData name="Matthew" userId="3004dbd67fb7f2ca" providerId="LiveId" clId="{15A539D6-FA9F-4C2A-AB53-F7C9DF6BD0A5}" dt="2023-02-11T12:07:51.551" v="1553"/>
        <pc:sldMkLst>
          <pc:docMk/>
          <pc:sldMk cId="736612176" sldId="292"/>
        </pc:sldMkLst>
        <pc:spChg chg="mod">
          <ac:chgData name="Matthew" userId="3004dbd67fb7f2ca" providerId="LiveId" clId="{15A539D6-FA9F-4C2A-AB53-F7C9DF6BD0A5}" dt="2023-02-11T12:07:51.551" v="1553"/>
          <ac:spMkLst>
            <pc:docMk/>
            <pc:sldMk cId="736612176" sldId="292"/>
            <ac:spMk id="2" creationId="{90E2BC21-FA76-80AA-CC2C-896AA6927276}"/>
          </ac:spMkLst>
        </pc:spChg>
        <pc:spChg chg="del mod">
          <ac:chgData name="Matthew" userId="3004dbd67fb7f2ca" providerId="LiveId" clId="{15A539D6-FA9F-4C2A-AB53-F7C9DF6BD0A5}" dt="2023-02-11T12:06:22.304" v="1514" actId="478"/>
          <ac:spMkLst>
            <pc:docMk/>
            <pc:sldMk cId="736612176" sldId="292"/>
            <ac:spMk id="3" creationId="{1691DDE0-2611-081D-6AEE-7C3DFE42B937}"/>
          </ac:spMkLst>
        </pc:spChg>
        <pc:graphicFrameChg chg="add mod modGraphic">
          <ac:chgData name="Matthew" userId="3004dbd67fb7f2ca" providerId="LiveId" clId="{15A539D6-FA9F-4C2A-AB53-F7C9DF6BD0A5}" dt="2023-02-11T12:07:26.563" v="1542" actId="1076"/>
          <ac:graphicFrameMkLst>
            <pc:docMk/>
            <pc:sldMk cId="736612176" sldId="292"/>
            <ac:graphicFrameMk id="4" creationId="{1F63D207-4CE2-6675-7766-10573E75F921}"/>
          </ac:graphicFrameMkLst>
        </pc:graphicFrameChg>
      </pc:sldChg>
      <pc:sldChg chg="del">
        <pc:chgData name="Matthew" userId="3004dbd67fb7f2ca" providerId="LiveId" clId="{15A539D6-FA9F-4C2A-AB53-F7C9DF6BD0A5}" dt="2023-02-11T11:20:16.352" v="18" actId="47"/>
        <pc:sldMkLst>
          <pc:docMk/>
          <pc:sldMk cId="4131760095" sldId="292"/>
        </pc:sldMkLst>
      </pc:sldChg>
      <pc:sldChg chg="addSp delSp modSp new mod">
        <pc:chgData name="Matthew" userId="3004dbd67fb7f2ca" providerId="LiveId" clId="{15A539D6-FA9F-4C2A-AB53-F7C9DF6BD0A5}" dt="2023-02-11T12:08:12.231" v="1561" actId="20577"/>
        <pc:sldMkLst>
          <pc:docMk/>
          <pc:sldMk cId="2487102320" sldId="293"/>
        </pc:sldMkLst>
        <pc:spChg chg="mod">
          <ac:chgData name="Matthew" userId="3004dbd67fb7f2ca" providerId="LiveId" clId="{15A539D6-FA9F-4C2A-AB53-F7C9DF6BD0A5}" dt="2023-02-11T12:07:45.359" v="1551" actId="20577"/>
          <ac:spMkLst>
            <pc:docMk/>
            <pc:sldMk cId="2487102320" sldId="293"/>
            <ac:spMk id="2" creationId="{C31ABA63-D6A5-70D4-EE65-CA69BDB648B5}"/>
          </ac:spMkLst>
        </pc:spChg>
        <pc:spChg chg="del">
          <ac:chgData name="Matthew" userId="3004dbd67fb7f2ca" providerId="LiveId" clId="{15A539D6-FA9F-4C2A-AB53-F7C9DF6BD0A5}" dt="2023-02-11T12:08:03.915" v="1556" actId="478"/>
          <ac:spMkLst>
            <pc:docMk/>
            <pc:sldMk cId="2487102320" sldId="293"/>
            <ac:spMk id="3" creationId="{9CA32752-83FB-33CE-64DD-6D3065742D0E}"/>
          </ac:spMkLst>
        </pc:spChg>
        <pc:graphicFrameChg chg="add mod modGraphic">
          <ac:chgData name="Matthew" userId="3004dbd67fb7f2ca" providerId="LiveId" clId="{15A539D6-FA9F-4C2A-AB53-F7C9DF6BD0A5}" dt="2023-02-11T12:08:12.231" v="1561" actId="20577"/>
          <ac:graphicFrameMkLst>
            <pc:docMk/>
            <pc:sldMk cId="2487102320" sldId="293"/>
            <ac:graphicFrameMk id="4" creationId="{48F2A542-C2A4-AE61-519D-B61BF8951A1F}"/>
          </ac:graphicFrameMkLst>
        </pc:graphicFrameChg>
      </pc:sldChg>
      <pc:sldChg chg="del">
        <pc:chgData name="Matthew" userId="3004dbd67fb7f2ca" providerId="LiveId" clId="{15A539D6-FA9F-4C2A-AB53-F7C9DF6BD0A5}" dt="2023-02-11T11:20:16.352" v="18" actId="47"/>
        <pc:sldMkLst>
          <pc:docMk/>
          <pc:sldMk cId="4205368637" sldId="293"/>
        </pc:sldMkLst>
      </pc:sldChg>
      <pc:sldChg chg="del">
        <pc:chgData name="Matthew" userId="3004dbd67fb7f2ca" providerId="LiveId" clId="{15A539D6-FA9F-4C2A-AB53-F7C9DF6BD0A5}" dt="2023-02-11T11:20:16.352" v="18" actId="47"/>
        <pc:sldMkLst>
          <pc:docMk/>
          <pc:sldMk cId="1786773919" sldId="294"/>
        </pc:sldMkLst>
      </pc:sldChg>
      <pc:sldChg chg="addSp delSp modSp new mod">
        <pc:chgData name="Matthew" userId="3004dbd67fb7f2ca" providerId="LiveId" clId="{15A539D6-FA9F-4C2A-AB53-F7C9DF6BD0A5}" dt="2023-02-11T12:11:29.271" v="1776" actId="20577"/>
        <pc:sldMkLst>
          <pc:docMk/>
          <pc:sldMk cId="2188841898" sldId="294"/>
        </pc:sldMkLst>
        <pc:spChg chg="mod">
          <ac:chgData name="Matthew" userId="3004dbd67fb7f2ca" providerId="LiveId" clId="{15A539D6-FA9F-4C2A-AB53-F7C9DF6BD0A5}" dt="2023-02-11T12:11:29.271" v="1776" actId="20577"/>
          <ac:spMkLst>
            <pc:docMk/>
            <pc:sldMk cId="2188841898" sldId="294"/>
            <ac:spMk id="2" creationId="{16CEB70B-060E-DC79-DF86-A0C146376FDB}"/>
          </ac:spMkLst>
        </pc:spChg>
        <pc:spChg chg="del">
          <ac:chgData name="Matthew" userId="3004dbd67fb7f2ca" providerId="LiveId" clId="{15A539D6-FA9F-4C2A-AB53-F7C9DF6BD0A5}" dt="2023-02-11T12:10:48.654" v="1748" actId="478"/>
          <ac:spMkLst>
            <pc:docMk/>
            <pc:sldMk cId="2188841898" sldId="294"/>
            <ac:spMk id="3" creationId="{EF2E42F6-4E2B-3E18-ED48-931721613B8F}"/>
          </ac:spMkLst>
        </pc:spChg>
        <pc:graphicFrameChg chg="add mod">
          <ac:chgData name="Matthew" userId="3004dbd67fb7f2ca" providerId="LiveId" clId="{15A539D6-FA9F-4C2A-AB53-F7C9DF6BD0A5}" dt="2023-02-11T12:10:49.131" v="1749"/>
          <ac:graphicFrameMkLst>
            <pc:docMk/>
            <pc:sldMk cId="2188841898" sldId="294"/>
            <ac:graphicFrameMk id="4" creationId="{D822A9B4-9A2F-FC07-0100-977F39F91860}"/>
          </ac:graphicFrameMkLst>
        </pc:graphicFrameChg>
      </pc:sldChg>
      <pc:sldChg chg="del">
        <pc:chgData name="Matthew" userId="3004dbd67fb7f2ca" providerId="LiveId" clId="{15A539D6-FA9F-4C2A-AB53-F7C9DF6BD0A5}" dt="2023-02-11T11:20:16.352" v="18" actId="47"/>
        <pc:sldMkLst>
          <pc:docMk/>
          <pc:sldMk cId="2030001314" sldId="295"/>
        </pc:sldMkLst>
      </pc:sldChg>
      <pc:sldChg chg="addSp delSp modSp new mod">
        <pc:chgData name="Matthew" userId="3004dbd67fb7f2ca" providerId="LiveId" clId="{15A539D6-FA9F-4C2A-AB53-F7C9DF6BD0A5}" dt="2023-02-11T12:11:34.581" v="1777"/>
        <pc:sldMkLst>
          <pc:docMk/>
          <pc:sldMk cId="2661769817" sldId="295"/>
        </pc:sldMkLst>
        <pc:spChg chg="mod">
          <ac:chgData name="Matthew" userId="3004dbd67fb7f2ca" providerId="LiveId" clId="{15A539D6-FA9F-4C2A-AB53-F7C9DF6BD0A5}" dt="2023-02-11T12:11:34.581" v="1777"/>
          <ac:spMkLst>
            <pc:docMk/>
            <pc:sldMk cId="2661769817" sldId="295"/>
            <ac:spMk id="2" creationId="{FF1EA014-66D9-1631-E1CF-555731D01148}"/>
          </ac:spMkLst>
        </pc:spChg>
        <pc:spChg chg="del">
          <ac:chgData name="Matthew" userId="3004dbd67fb7f2ca" providerId="LiveId" clId="{15A539D6-FA9F-4C2A-AB53-F7C9DF6BD0A5}" dt="2023-02-11T12:11:11.015" v="1751" actId="478"/>
          <ac:spMkLst>
            <pc:docMk/>
            <pc:sldMk cId="2661769817" sldId="295"/>
            <ac:spMk id="3" creationId="{E067B8A0-5FFF-AF88-B1CD-0AA8E64861AF}"/>
          </ac:spMkLst>
        </pc:spChg>
        <pc:graphicFrameChg chg="add mod">
          <ac:chgData name="Matthew" userId="3004dbd67fb7f2ca" providerId="LiveId" clId="{15A539D6-FA9F-4C2A-AB53-F7C9DF6BD0A5}" dt="2023-02-11T12:11:11.910" v="1752"/>
          <ac:graphicFrameMkLst>
            <pc:docMk/>
            <pc:sldMk cId="2661769817" sldId="295"/>
            <ac:graphicFrameMk id="4" creationId="{AC3AA712-752F-2BCF-70FA-3C15CD98F678}"/>
          </ac:graphicFrameMkLst>
        </pc:graphicFrameChg>
      </pc:sldChg>
      <pc:sldChg chg="addSp delSp modSp new mod">
        <pc:chgData name="Matthew" userId="3004dbd67fb7f2ca" providerId="LiveId" clId="{15A539D6-FA9F-4C2A-AB53-F7C9DF6BD0A5}" dt="2023-02-11T12:11:55.727" v="1781"/>
        <pc:sldMkLst>
          <pc:docMk/>
          <pc:sldMk cId="1523341841" sldId="296"/>
        </pc:sldMkLst>
        <pc:spChg chg="mod">
          <ac:chgData name="Matthew" userId="3004dbd67fb7f2ca" providerId="LiveId" clId="{15A539D6-FA9F-4C2A-AB53-F7C9DF6BD0A5}" dt="2023-02-11T12:11:55.727" v="1781"/>
          <ac:spMkLst>
            <pc:docMk/>
            <pc:sldMk cId="1523341841" sldId="296"/>
            <ac:spMk id="2" creationId="{0AAAAAE5-8496-5FF1-2AA2-C307F4775AA8}"/>
          </ac:spMkLst>
        </pc:spChg>
        <pc:spChg chg="del">
          <ac:chgData name="Matthew" userId="3004dbd67fb7f2ca" providerId="LiveId" clId="{15A539D6-FA9F-4C2A-AB53-F7C9DF6BD0A5}" dt="2023-02-11T12:11:45.927" v="1779" actId="478"/>
          <ac:spMkLst>
            <pc:docMk/>
            <pc:sldMk cId="1523341841" sldId="296"/>
            <ac:spMk id="3" creationId="{10B40DFF-C4DC-28F9-B13D-8B4B337BF83A}"/>
          </ac:spMkLst>
        </pc:spChg>
        <pc:graphicFrameChg chg="add mod">
          <ac:chgData name="Matthew" userId="3004dbd67fb7f2ca" providerId="LiveId" clId="{15A539D6-FA9F-4C2A-AB53-F7C9DF6BD0A5}" dt="2023-02-11T12:11:46.329" v="1780"/>
          <ac:graphicFrameMkLst>
            <pc:docMk/>
            <pc:sldMk cId="1523341841" sldId="296"/>
            <ac:graphicFrameMk id="4" creationId="{3EE35367-200D-5B7D-061B-4AC3FDFD9F8E}"/>
          </ac:graphicFrameMkLst>
        </pc:graphicFrameChg>
      </pc:sldChg>
      <pc:sldChg chg="del">
        <pc:chgData name="Matthew" userId="3004dbd67fb7f2ca" providerId="LiveId" clId="{15A539D6-FA9F-4C2A-AB53-F7C9DF6BD0A5}" dt="2023-02-11T11:20:16.352" v="18" actId="47"/>
        <pc:sldMkLst>
          <pc:docMk/>
          <pc:sldMk cId="2468366755" sldId="296"/>
        </pc:sldMkLst>
      </pc:sldChg>
      <pc:sldChg chg="del">
        <pc:chgData name="Matthew" userId="3004dbd67fb7f2ca" providerId="LiveId" clId="{15A539D6-FA9F-4C2A-AB53-F7C9DF6BD0A5}" dt="2023-02-11T11:20:16.352" v="18" actId="47"/>
        <pc:sldMkLst>
          <pc:docMk/>
          <pc:sldMk cId="2680532917" sldId="297"/>
        </pc:sldMkLst>
      </pc:sldChg>
      <pc:sldChg chg="addSp delSp modSp new mod">
        <pc:chgData name="Matthew" userId="3004dbd67fb7f2ca" providerId="LiveId" clId="{15A539D6-FA9F-4C2A-AB53-F7C9DF6BD0A5}" dt="2023-02-11T12:12:18.206" v="1785"/>
        <pc:sldMkLst>
          <pc:docMk/>
          <pc:sldMk cId="3199442299" sldId="297"/>
        </pc:sldMkLst>
        <pc:spChg chg="mod">
          <ac:chgData name="Matthew" userId="3004dbd67fb7f2ca" providerId="LiveId" clId="{15A539D6-FA9F-4C2A-AB53-F7C9DF6BD0A5}" dt="2023-02-11T12:12:18.206" v="1785"/>
          <ac:spMkLst>
            <pc:docMk/>
            <pc:sldMk cId="3199442299" sldId="297"/>
            <ac:spMk id="2" creationId="{42BE788A-9397-96BD-FD42-425261AC8DD1}"/>
          </ac:spMkLst>
        </pc:spChg>
        <pc:spChg chg="del">
          <ac:chgData name="Matthew" userId="3004dbd67fb7f2ca" providerId="LiveId" clId="{15A539D6-FA9F-4C2A-AB53-F7C9DF6BD0A5}" dt="2023-02-11T12:12:08.797" v="1783" actId="478"/>
          <ac:spMkLst>
            <pc:docMk/>
            <pc:sldMk cId="3199442299" sldId="297"/>
            <ac:spMk id="3" creationId="{4897E642-A75A-7AC1-684C-AE7FCE8D63D1}"/>
          </ac:spMkLst>
        </pc:spChg>
        <pc:graphicFrameChg chg="add mod">
          <ac:chgData name="Matthew" userId="3004dbd67fb7f2ca" providerId="LiveId" clId="{15A539D6-FA9F-4C2A-AB53-F7C9DF6BD0A5}" dt="2023-02-11T12:12:09.741" v="1784"/>
          <ac:graphicFrameMkLst>
            <pc:docMk/>
            <pc:sldMk cId="3199442299" sldId="297"/>
            <ac:graphicFrameMk id="4" creationId="{6F6E9828-FD85-5490-817E-0D9306471EA3}"/>
          </ac:graphicFrameMkLst>
        </pc:graphicFrameChg>
      </pc:sldChg>
      <pc:sldChg chg="del">
        <pc:chgData name="Matthew" userId="3004dbd67fb7f2ca" providerId="LiveId" clId="{15A539D6-FA9F-4C2A-AB53-F7C9DF6BD0A5}" dt="2023-02-11T11:20:16.352" v="18" actId="47"/>
        <pc:sldMkLst>
          <pc:docMk/>
          <pc:sldMk cId="1917419562" sldId="298"/>
        </pc:sldMkLst>
      </pc:sldChg>
      <pc:sldChg chg="addSp delSp modSp new mod">
        <pc:chgData name="Matthew" userId="3004dbd67fb7f2ca" providerId="LiveId" clId="{15A539D6-FA9F-4C2A-AB53-F7C9DF6BD0A5}" dt="2023-02-11T12:12:41.659" v="1789"/>
        <pc:sldMkLst>
          <pc:docMk/>
          <pc:sldMk cId="2257281065" sldId="298"/>
        </pc:sldMkLst>
        <pc:spChg chg="mod">
          <ac:chgData name="Matthew" userId="3004dbd67fb7f2ca" providerId="LiveId" clId="{15A539D6-FA9F-4C2A-AB53-F7C9DF6BD0A5}" dt="2023-02-11T12:12:41.659" v="1789"/>
          <ac:spMkLst>
            <pc:docMk/>
            <pc:sldMk cId="2257281065" sldId="298"/>
            <ac:spMk id="2" creationId="{C3F6C798-C349-A2AA-A650-D8D19A41948B}"/>
          </ac:spMkLst>
        </pc:spChg>
        <pc:spChg chg="del">
          <ac:chgData name="Matthew" userId="3004dbd67fb7f2ca" providerId="LiveId" clId="{15A539D6-FA9F-4C2A-AB53-F7C9DF6BD0A5}" dt="2023-02-11T12:12:31.953" v="1787" actId="478"/>
          <ac:spMkLst>
            <pc:docMk/>
            <pc:sldMk cId="2257281065" sldId="298"/>
            <ac:spMk id="3" creationId="{5F2467E4-24B3-CDC5-7136-8EAD4731210D}"/>
          </ac:spMkLst>
        </pc:spChg>
        <pc:graphicFrameChg chg="add mod">
          <ac:chgData name="Matthew" userId="3004dbd67fb7f2ca" providerId="LiveId" clId="{15A539D6-FA9F-4C2A-AB53-F7C9DF6BD0A5}" dt="2023-02-11T12:12:32.557" v="1788"/>
          <ac:graphicFrameMkLst>
            <pc:docMk/>
            <pc:sldMk cId="2257281065" sldId="298"/>
            <ac:graphicFrameMk id="4" creationId="{4FB37543-E9BB-7D05-0483-099D3781B55A}"/>
          </ac:graphicFrameMkLst>
        </pc:graphicFrameChg>
      </pc:sldChg>
      <pc:sldChg chg="del">
        <pc:chgData name="Matthew" userId="3004dbd67fb7f2ca" providerId="LiveId" clId="{15A539D6-FA9F-4C2A-AB53-F7C9DF6BD0A5}" dt="2023-02-11T11:20:16.352" v="18" actId="47"/>
        <pc:sldMkLst>
          <pc:docMk/>
          <pc:sldMk cId="1624383325" sldId="299"/>
        </pc:sldMkLst>
      </pc:sldChg>
      <pc:sldChg chg="addSp delSp modSp new mod">
        <pc:chgData name="Matthew" userId="3004dbd67fb7f2ca" providerId="LiveId" clId="{15A539D6-FA9F-4C2A-AB53-F7C9DF6BD0A5}" dt="2023-02-11T12:13:02.777" v="1793"/>
        <pc:sldMkLst>
          <pc:docMk/>
          <pc:sldMk cId="2446626497" sldId="299"/>
        </pc:sldMkLst>
        <pc:spChg chg="mod">
          <ac:chgData name="Matthew" userId="3004dbd67fb7f2ca" providerId="LiveId" clId="{15A539D6-FA9F-4C2A-AB53-F7C9DF6BD0A5}" dt="2023-02-11T12:13:02.777" v="1793"/>
          <ac:spMkLst>
            <pc:docMk/>
            <pc:sldMk cId="2446626497" sldId="299"/>
            <ac:spMk id="2" creationId="{AF86A676-DFBC-FDA5-ECEB-0C1108C5590E}"/>
          </ac:spMkLst>
        </pc:spChg>
        <pc:spChg chg="del">
          <ac:chgData name="Matthew" userId="3004dbd67fb7f2ca" providerId="LiveId" clId="{15A539D6-FA9F-4C2A-AB53-F7C9DF6BD0A5}" dt="2023-02-11T12:12:54.053" v="1791" actId="478"/>
          <ac:spMkLst>
            <pc:docMk/>
            <pc:sldMk cId="2446626497" sldId="299"/>
            <ac:spMk id="3" creationId="{92C6F8F5-801C-6133-28FB-394981DFA3EA}"/>
          </ac:spMkLst>
        </pc:spChg>
        <pc:graphicFrameChg chg="add mod">
          <ac:chgData name="Matthew" userId="3004dbd67fb7f2ca" providerId="LiveId" clId="{15A539D6-FA9F-4C2A-AB53-F7C9DF6BD0A5}" dt="2023-02-11T12:12:54.574" v="1792"/>
          <ac:graphicFrameMkLst>
            <pc:docMk/>
            <pc:sldMk cId="2446626497" sldId="299"/>
            <ac:graphicFrameMk id="4" creationId="{443DD4D1-8AFA-5CCC-74D9-3E737CADC629}"/>
          </ac:graphicFrameMkLst>
        </pc:graphicFrameChg>
      </pc:sldChg>
      <pc:sldChg chg="del">
        <pc:chgData name="Matthew" userId="3004dbd67fb7f2ca" providerId="LiveId" clId="{15A539D6-FA9F-4C2A-AB53-F7C9DF6BD0A5}" dt="2023-02-11T11:20:16.352" v="18" actId="47"/>
        <pc:sldMkLst>
          <pc:docMk/>
          <pc:sldMk cId="1432768292" sldId="300"/>
        </pc:sldMkLst>
      </pc:sldChg>
      <pc:sldChg chg="addSp delSp modSp new mod">
        <pc:chgData name="Matthew" userId="3004dbd67fb7f2ca" providerId="LiveId" clId="{15A539D6-FA9F-4C2A-AB53-F7C9DF6BD0A5}" dt="2023-02-11T15:25:49.680" v="3191" actId="113"/>
        <pc:sldMkLst>
          <pc:docMk/>
          <pc:sldMk cId="1477421244" sldId="300"/>
        </pc:sldMkLst>
        <pc:spChg chg="mod">
          <ac:chgData name="Matthew" userId="3004dbd67fb7f2ca" providerId="LiveId" clId="{15A539D6-FA9F-4C2A-AB53-F7C9DF6BD0A5}" dt="2023-02-11T15:08:58.711" v="2213" actId="20577"/>
          <ac:spMkLst>
            <pc:docMk/>
            <pc:sldMk cId="1477421244" sldId="300"/>
            <ac:spMk id="2" creationId="{99986775-DF1E-4C71-C1D9-1E304F890DC5}"/>
          </ac:spMkLst>
        </pc:spChg>
        <pc:spChg chg="mod">
          <ac:chgData name="Matthew" userId="3004dbd67fb7f2ca" providerId="LiveId" clId="{15A539D6-FA9F-4C2A-AB53-F7C9DF6BD0A5}" dt="2023-02-11T15:25:49.680" v="3191" actId="113"/>
          <ac:spMkLst>
            <pc:docMk/>
            <pc:sldMk cId="1477421244" sldId="300"/>
            <ac:spMk id="3" creationId="{7BA4CB7B-F249-1E68-6B83-C90023051E28}"/>
          </ac:spMkLst>
        </pc:spChg>
        <pc:spChg chg="add mod">
          <ac:chgData name="Matthew" userId="3004dbd67fb7f2ca" providerId="LiveId" clId="{15A539D6-FA9F-4C2A-AB53-F7C9DF6BD0A5}" dt="2023-02-11T12:20:27.098" v="1932" actId="1076"/>
          <ac:spMkLst>
            <pc:docMk/>
            <pc:sldMk cId="1477421244" sldId="300"/>
            <ac:spMk id="4" creationId="{A9D56E88-2BA0-3D25-C3FC-38BFC3BAD60C}"/>
          </ac:spMkLst>
        </pc:spChg>
        <pc:spChg chg="add del">
          <ac:chgData name="Matthew" userId="3004dbd67fb7f2ca" providerId="LiveId" clId="{15A539D6-FA9F-4C2A-AB53-F7C9DF6BD0A5}" dt="2023-02-11T12:21:05.283" v="1934"/>
          <ac:spMkLst>
            <pc:docMk/>
            <pc:sldMk cId="1477421244" sldId="300"/>
            <ac:spMk id="5" creationId="{E1453DF9-5DA9-322B-3D08-B41FD5860C61}"/>
          </ac:spMkLst>
        </pc:spChg>
        <pc:spChg chg="add del">
          <ac:chgData name="Matthew" userId="3004dbd67fb7f2ca" providerId="LiveId" clId="{15A539D6-FA9F-4C2A-AB53-F7C9DF6BD0A5}" dt="2023-02-11T12:21:05.283" v="1934"/>
          <ac:spMkLst>
            <pc:docMk/>
            <pc:sldMk cId="1477421244" sldId="300"/>
            <ac:spMk id="6" creationId="{491A3105-BA90-36BB-6733-B1D439794392}"/>
          </ac:spMkLst>
        </pc:spChg>
        <pc:spChg chg="add del">
          <ac:chgData name="Matthew" userId="3004dbd67fb7f2ca" providerId="LiveId" clId="{15A539D6-FA9F-4C2A-AB53-F7C9DF6BD0A5}" dt="2023-02-11T12:21:05.283" v="1934"/>
          <ac:spMkLst>
            <pc:docMk/>
            <pc:sldMk cId="1477421244" sldId="300"/>
            <ac:spMk id="7" creationId="{5C1EF0C3-CB59-359B-46CF-C2658E30607D}"/>
          </ac:spMkLst>
        </pc:spChg>
        <pc:spChg chg="add del">
          <ac:chgData name="Matthew" userId="3004dbd67fb7f2ca" providerId="LiveId" clId="{15A539D6-FA9F-4C2A-AB53-F7C9DF6BD0A5}" dt="2023-02-11T12:21:05.283" v="1934"/>
          <ac:spMkLst>
            <pc:docMk/>
            <pc:sldMk cId="1477421244" sldId="300"/>
            <ac:spMk id="8" creationId="{EE252361-06E3-9262-1034-565FE198D36D}"/>
          </ac:spMkLst>
        </pc:spChg>
      </pc:sldChg>
      <pc:sldChg chg="addSp delSp modSp new mod">
        <pc:chgData name="Matthew" userId="3004dbd67fb7f2ca" providerId="LiveId" clId="{15A539D6-FA9F-4C2A-AB53-F7C9DF6BD0A5}" dt="2023-02-11T12:16:07.690" v="1855" actId="20577"/>
        <pc:sldMkLst>
          <pc:docMk/>
          <pc:sldMk cId="3079540468" sldId="301"/>
        </pc:sldMkLst>
        <pc:spChg chg="mod">
          <ac:chgData name="Matthew" userId="3004dbd67fb7f2ca" providerId="LiveId" clId="{15A539D6-FA9F-4C2A-AB53-F7C9DF6BD0A5}" dt="2023-02-11T12:16:07.690" v="1855" actId="20577"/>
          <ac:spMkLst>
            <pc:docMk/>
            <pc:sldMk cId="3079540468" sldId="301"/>
            <ac:spMk id="2" creationId="{6B29B297-FC9A-BDB3-8814-163C51783608}"/>
          </ac:spMkLst>
        </pc:spChg>
        <pc:spChg chg="del">
          <ac:chgData name="Matthew" userId="3004dbd67fb7f2ca" providerId="LiveId" clId="{15A539D6-FA9F-4C2A-AB53-F7C9DF6BD0A5}" dt="2023-02-11T12:15:42.624" v="1825" actId="478"/>
          <ac:spMkLst>
            <pc:docMk/>
            <pc:sldMk cId="3079540468" sldId="301"/>
            <ac:spMk id="3" creationId="{D2CB0F21-046F-E0F6-020D-2CD25C10414A}"/>
          </ac:spMkLst>
        </pc:spChg>
        <pc:graphicFrameChg chg="add mod">
          <ac:chgData name="Matthew" userId="3004dbd67fb7f2ca" providerId="LiveId" clId="{15A539D6-FA9F-4C2A-AB53-F7C9DF6BD0A5}" dt="2023-02-11T12:15:43.048" v="1826"/>
          <ac:graphicFrameMkLst>
            <pc:docMk/>
            <pc:sldMk cId="3079540468" sldId="301"/>
            <ac:graphicFrameMk id="4" creationId="{80C49299-464B-A6F6-00DB-2F97A951DD86}"/>
          </ac:graphicFrameMkLst>
        </pc:graphicFrameChg>
      </pc:sldChg>
      <pc:sldChg chg="del">
        <pc:chgData name="Matthew" userId="3004dbd67fb7f2ca" providerId="LiveId" clId="{15A539D6-FA9F-4C2A-AB53-F7C9DF6BD0A5}" dt="2023-02-11T11:20:16.352" v="18" actId="47"/>
        <pc:sldMkLst>
          <pc:docMk/>
          <pc:sldMk cId="3533243309" sldId="301"/>
        </pc:sldMkLst>
      </pc:sldChg>
      <pc:sldChg chg="addSp delSp modSp new mod">
        <pc:chgData name="Matthew" userId="3004dbd67fb7f2ca" providerId="LiveId" clId="{15A539D6-FA9F-4C2A-AB53-F7C9DF6BD0A5}" dt="2023-02-11T12:16:41.889" v="1860"/>
        <pc:sldMkLst>
          <pc:docMk/>
          <pc:sldMk cId="3003025678" sldId="302"/>
        </pc:sldMkLst>
        <pc:spChg chg="mod">
          <ac:chgData name="Matthew" userId="3004dbd67fb7f2ca" providerId="LiveId" clId="{15A539D6-FA9F-4C2A-AB53-F7C9DF6BD0A5}" dt="2023-02-11T12:16:41.889" v="1860"/>
          <ac:spMkLst>
            <pc:docMk/>
            <pc:sldMk cId="3003025678" sldId="302"/>
            <ac:spMk id="2" creationId="{2C8F09B8-8C9C-81A3-6628-AC98D3D2214C}"/>
          </ac:spMkLst>
        </pc:spChg>
        <pc:spChg chg="del">
          <ac:chgData name="Matthew" userId="3004dbd67fb7f2ca" providerId="LiveId" clId="{15A539D6-FA9F-4C2A-AB53-F7C9DF6BD0A5}" dt="2023-02-11T12:16:27.244" v="1857" actId="478"/>
          <ac:spMkLst>
            <pc:docMk/>
            <pc:sldMk cId="3003025678" sldId="302"/>
            <ac:spMk id="3" creationId="{B27D469B-B324-DFF7-FFB8-CCE5C4FCE125}"/>
          </ac:spMkLst>
        </pc:spChg>
        <pc:graphicFrameChg chg="add mod">
          <ac:chgData name="Matthew" userId="3004dbd67fb7f2ca" providerId="LiveId" clId="{15A539D6-FA9F-4C2A-AB53-F7C9DF6BD0A5}" dt="2023-02-11T12:16:35.521" v="1859" actId="1076"/>
          <ac:graphicFrameMkLst>
            <pc:docMk/>
            <pc:sldMk cId="3003025678" sldId="302"/>
            <ac:graphicFrameMk id="4" creationId="{8EB06373-6970-F1C7-4E53-2187C0EF7267}"/>
          </ac:graphicFrameMkLst>
        </pc:graphicFrameChg>
      </pc:sldChg>
      <pc:sldChg chg="addSp delSp modSp new mod">
        <pc:chgData name="Matthew" userId="3004dbd67fb7f2ca" providerId="LiveId" clId="{15A539D6-FA9F-4C2A-AB53-F7C9DF6BD0A5}" dt="2023-02-11T12:17:54.500" v="1865" actId="1076"/>
        <pc:sldMkLst>
          <pc:docMk/>
          <pc:sldMk cId="1276673118" sldId="303"/>
        </pc:sldMkLst>
        <pc:spChg chg="mod">
          <ac:chgData name="Matthew" userId="3004dbd67fb7f2ca" providerId="LiveId" clId="{15A539D6-FA9F-4C2A-AB53-F7C9DF6BD0A5}" dt="2023-02-11T12:17:30.040" v="1862"/>
          <ac:spMkLst>
            <pc:docMk/>
            <pc:sldMk cId="1276673118" sldId="303"/>
            <ac:spMk id="2" creationId="{864810A5-8B95-93C4-CF9D-D75A1674FCE5}"/>
          </ac:spMkLst>
        </pc:spChg>
        <pc:spChg chg="del">
          <ac:chgData name="Matthew" userId="3004dbd67fb7f2ca" providerId="LiveId" clId="{15A539D6-FA9F-4C2A-AB53-F7C9DF6BD0A5}" dt="2023-02-11T12:17:45.560" v="1863" actId="478"/>
          <ac:spMkLst>
            <pc:docMk/>
            <pc:sldMk cId="1276673118" sldId="303"/>
            <ac:spMk id="3" creationId="{BCE0CA2C-D569-FA0E-8AC9-81995474ED4B}"/>
          </ac:spMkLst>
        </pc:spChg>
        <pc:graphicFrameChg chg="add mod">
          <ac:chgData name="Matthew" userId="3004dbd67fb7f2ca" providerId="LiveId" clId="{15A539D6-FA9F-4C2A-AB53-F7C9DF6BD0A5}" dt="2023-02-11T12:17:54.500" v="1865" actId="1076"/>
          <ac:graphicFrameMkLst>
            <pc:docMk/>
            <pc:sldMk cId="1276673118" sldId="303"/>
            <ac:graphicFrameMk id="4" creationId="{4121139E-BCDF-905A-C1C7-58CA8F97A243}"/>
          </ac:graphicFrameMkLst>
        </pc:graphicFrameChg>
      </pc:sldChg>
      <pc:sldChg chg="modSp new mod">
        <pc:chgData name="Matthew" userId="3004dbd67fb7f2ca" providerId="LiveId" clId="{15A539D6-FA9F-4C2A-AB53-F7C9DF6BD0A5}" dt="2023-02-11T15:25:36.318" v="3189" actId="113"/>
        <pc:sldMkLst>
          <pc:docMk/>
          <pc:sldMk cId="3813623642" sldId="304"/>
        </pc:sldMkLst>
        <pc:spChg chg="mod">
          <ac:chgData name="Matthew" userId="3004dbd67fb7f2ca" providerId="LiveId" clId="{15A539D6-FA9F-4C2A-AB53-F7C9DF6BD0A5}" dt="2023-02-11T15:13:42.077" v="2423" actId="20577"/>
          <ac:spMkLst>
            <pc:docMk/>
            <pc:sldMk cId="3813623642" sldId="304"/>
            <ac:spMk id="2" creationId="{B0A473A1-C7A8-CDDE-44DE-3D903085C52A}"/>
          </ac:spMkLst>
        </pc:spChg>
        <pc:spChg chg="mod">
          <ac:chgData name="Matthew" userId="3004dbd67fb7f2ca" providerId="LiveId" clId="{15A539D6-FA9F-4C2A-AB53-F7C9DF6BD0A5}" dt="2023-02-11T15:25:36.318" v="3189" actId="113"/>
          <ac:spMkLst>
            <pc:docMk/>
            <pc:sldMk cId="3813623642" sldId="304"/>
            <ac:spMk id="3" creationId="{C82587ED-CC3E-7254-2DAF-012F4D635144}"/>
          </ac:spMkLst>
        </pc:spChg>
      </pc:sldChg>
      <pc:sldChg chg="modSp new mod">
        <pc:chgData name="Matthew" userId="3004dbd67fb7f2ca" providerId="LiveId" clId="{15A539D6-FA9F-4C2A-AB53-F7C9DF6BD0A5}" dt="2023-02-11T16:14:23.913" v="4772"/>
        <pc:sldMkLst>
          <pc:docMk/>
          <pc:sldMk cId="349066659" sldId="305"/>
        </pc:sldMkLst>
        <pc:spChg chg="mod">
          <ac:chgData name="Matthew" userId="3004dbd67fb7f2ca" providerId="LiveId" clId="{15A539D6-FA9F-4C2A-AB53-F7C9DF6BD0A5}" dt="2023-02-11T15:49:16.426" v="3225"/>
          <ac:spMkLst>
            <pc:docMk/>
            <pc:sldMk cId="349066659" sldId="305"/>
            <ac:spMk id="2" creationId="{23EFC32F-9370-9EA0-0B90-203068E30037}"/>
          </ac:spMkLst>
        </pc:spChg>
        <pc:spChg chg="mod">
          <ac:chgData name="Matthew" userId="3004dbd67fb7f2ca" providerId="LiveId" clId="{15A539D6-FA9F-4C2A-AB53-F7C9DF6BD0A5}" dt="2023-02-11T16:14:23.913" v="4772"/>
          <ac:spMkLst>
            <pc:docMk/>
            <pc:sldMk cId="349066659" sldId="305"/>
            <ac:spMk id="3" creationId="{20373D23-2F0C-8299-5167-60E742C56A47}"/>
          </ac:spMkLst>
        </pc:spChg>
      </pc:sldChg>
      <pc:sldChg chg="addSp delSp modSp new mod">
        <pc:chgData name="Matthew" userId="3004dbd67fb7f2ca" providerId="LiveId" clId="{15A539D6-FA9F-4C2A-AB53-F7C9DF6BD0A5}" dt="2023-02-11T16:00:55.237" v="3626" actId="20577"/>
        <pc:sldMkLst>
          <pc:docMk/>
          <pc:sldMk cId="98906816" sldId="306"/>
        </pc:sldMkLst>
        <pc:spChg chg="mod">
          <ac:chgData name="Matthew" userId="3004dbd67fb7f2ca" providerId="LiveId" clId="{15A539D6-FA9F-4C2A-AB53-F7C9DF6BD0A5}" dt="2023-02-11T16:00:55.237" v="3626" actId="20577"/>
          <ac:spMkLst>
            <pc:docMk/>
            <pc:sldMk cId="98906816" sldId="306"/>
            <ac:spMk id="2" creationId="{6E567688-9531-89E6-93FE-EEB65ED08F5F}"/>
          </ac:spMkLst>
        </pc:spChg>
        <pc:spChg chg="del mod">
          <ac:chgData name="Matthew" userId="3004dbd67fb7f2ca" providerId="LiveId" clId="{15A539D6-FA9F-4C2A-AB53-F7C9DF6BD0A5}" dt="2023-02-11T15:59:18.939" v="3595" actId="478"/>
          <ac:spMkLst>
            <pc:docMk/>
            <pc:sldMk cId="98906816" sldId="306"/>
            <ac:spMk id="3" creationId="{692AC825-489E-732C-0AD3-3C352BB2F5FE}"/>
          </ac:spMkLst>
        </pc:spChg>
        <pc:spChg chg="add mod">
          <ac:chgData name="Matthew" userId="3004dbd67fb7f2ca" providerId="LiveId" clId="{15A539D6-FA9F-4C2A-AB53-F7C9DF6BD0A5}" dt="2023-02-11T15:59:58.515" v="3602" actId="1076"/>
          <ac:spMkLst>
            <pc:docMk/>
            <pc:sldMk cId="98906816" sldId="306"/>
            <ac:spMk id="4" creationId="{A500AD40-33F2-B589-8456-1B16A3C9C287}"/>
          </ac:spMkLst>
        </pc:spChg>
        <pc:picChg chg="add mod">
          <ac:chgData name="Matthew" userId="3004dbd67fb7f2ca" providerId="LiveId" clId="{15A539D6-FA9F-4C2A-AB53-F7C9DF6BD0A5}" dt="2023-02-11T16:00:10.283" v="3604" actId="1076"/>
          <ac:picMkLst>
            <pc:docMk/>
            <pc:sldMk cId="98906816" sldId="306"/>
            <ac:picMk id="6" creationId="{4E593D10-5B8E-E3B0-374E-8DE67B44940A}"/>
          </ac:picMkLst>
        </pc:picChg>
      </pc:sldChg>
      <pc:sldChg chg="modSp new mod">
        <pc:chgData name="Matthew" userId="3004dbd67fb7f2ca" providerId="LiveId" clId="{15A539D6-FA9F-4C2A-AB53-F7C9DF6BD0A5}" dt="2023-02-11T16:02:45.970" v="3896" actId="20577"/>
        <pc:sldMkLst>
          <pc:docMk/>
          <pc:sldMk cId="1111084646" sldId="307"/>
        </pc:sldMkLst>
        <pc:spChg chg="mod">
          <ac:chgData name="Matthew" userId="3004dbd67fb7f2ca" providerId="LiveId" clId="{15A539D6-FA9F-4C2A-AB53-F7C9DF6BD0A5}" dt="2023-02-11T16:02:45.970" v="3896" actId="20577"/>
          <ac:spMkLst>
            <pc:docMk/>
            <pc:sldMk cId="1111084646" sldId="307"/>
            <ac:spMk id="2" creationId="{58C17CEA-5245-E831-6881-F5FCF03DD118}"/>
          </ac:spMkLst>
        </pc:spChg>
        <pc:spChg chg="mod">
          <ac:chgData name="Matthew" userId="3004dbd67fb7f2ca" providerId="LiveId" clId="{15A539D6-FA9F-4C2A-AB53-F7C9DF6BD0A5}" dt="2023-02-11T16:02:42.961" v="3894" actId="113"/>
          <ac:spMkLst>
            <pc:docMk/>
            <pc:sldMk cId="1111084646" sldId="307"/>
            <ac:spMk id="3" creationId="{C8C94444-9B2A-9887-0451-7D8943A75B0C}"/>
          </ac:spMkLst>
        </pc:spChg>
      </pc:sldChg>
      <pc:sldChg chg="modSp new mod">
        <pc:chgData name="Matthew" userId="3004dbd67fb7f2ca" providerId="LiveId" clId="{15A539D6-FA9F-4C2A-AB53-F7C9DF6BD0A5}" dt="2023-02-11T16:06:20.358" v="4403" actId="113"/>
        <pc:sldMkLst>
          <pc:docMk/>
          <pc:sldMk cId="692263286" sldId="308"/>
        </pc:sldMkLst>
        <pc:spChg chg="mod">
          <ac:chgData name="Matthew" userId="3004dbd67fb7f2ca" providerId="LiveId" clId="{15A539D6-FA9F-4C2A-AB53-F7C9DF6BD0A5}" dt="2023-02-11T16:03:07.476" v="3914" actId="20577"/>
          <ac:spMkLst>
            <pc:docMk/>
            <pc:sldMk cId="692263286" sldId="308"/>
            <ac:spMk id="2" creationId="{A9B466E0-3363-A394-EBC2-B6F11947E79B}"/>
          </ac:spMkLst>
        </pc:spChg>
        <pc:spChg chg="mod">
          <ac:chgData name="Matthew" userId="3004dbd67fb7f2ca" providerId="LiveId" clId="{15A539D6-FA9F-4C2A-AB53-F7C9DF6BD0A5}" dt="2023-02-11T16:06:20.358" v="4403" actId="113"/>
          <ac:spMkLst>
            <pc:docMk/>
            <pc:sldMk cId="692263286" sldId="308"/>
            <ac:spMk id="3" creationId="{65FFE16E-98E1-C4FD-D6CF-A43BD16B9164}"/>
          </ac:spMkLst>
        </pc:spChg>
      </pc:sldChg>
      <pc:sldChg chg="modSp new mod">
        <pc:chgData name="Matthew" userId="3004dbd67fb7f2ca" providerId="LiveId" clId="{15A539D6-FA9F-4C2A-AB53-F7C9DF6BD0A5}" dt="2023-02-11T19:41:57.222" v="5104" actId="20577"/>
        <pc:sldMkLst>
          <pc:docMk/>
          <pc:sldMk cId="3423849206" sldId="309"/>
        </pc:sldMkLst>
        <pc:spChg chg="mod">
          <ac:chgData name="Matthew" userId="3004dbd67fb7f2ca" providerId="LiveId" clId="{15A539D6-FA9F-4C2A-AB53-F7C9DF6BD0A5}" dt="2023-02-11T16:24:30.310" v="4802" actId="20577"/>
          <ac:spMkLst>
            <pc:docMk/>
            <pc:sldMk cId="3423849206" sldId="309"/>
            <ac:spMk id="2" creationId="{EF356BB9-0435-9594-BF67-033968C707CF}"/>
          </ac:spMkLst>
        </pc:spChg>
        <pc:spChg chg="mod">
          <ac:chgData name="Matthew" userId="3004dbd67fb7f2ca" providerId="LiveId" clId="{15A539D6-FA9F-4C2A-AB53-F7C9DF6BD0A5}" dt="2023-02-11T19:41:57.222" v="5104" actId="20577"/>
          <ac:spMkLst>
            <pc:docMk/>
            <pc:sldMk cId="3423849206" sldId="309"/>
            <ac:spMk id="3" creationId="{B82ADE92-C5D4-9CC4-2936-EBC231DE7EDD}"/>
          </ac:spMkLst>
        </pc:spChg>
      </pc:sldChg>
    </pc:docChg>
  </pc:docChgLst>
  <pc:docChgLst>
    <pc:chgData name="Matthew" userId="3004dbd67fb7f2ca" providerId="LiveId" clId="{2B884343-84AA-41A1-867F-80542B207370}"/>
    <pc:docChg chg="undo redo custSel addSld delSld modSld modSection">
      <pc:chgData name="Matthew" userId="3004dbd67fb7f2ca" providerId="LiveId" clId="{2B884343-84AA-41A1-867F-80542B207370}" dt="2023-02-28T00:25:14.580" v="4801" actId="20577"/>
      <pc:docMkLst>
        <pc:docMk/>
      </pc:docMkLst>
      <pc:sldChg chg="modSp mod">
        <pc:chgData name="Matthew" userId="3004dbd67fb7f2ca" providerId="LiveId" clId="{2B884343-84AA-41A1-867F-80542B207370}" dt="2023-02-25T13:43:51.220" v="14" actId="20577"/>
        <pc:sldMkLst>
          <pc:docMk/>
          <pc:sldMk cId="3216822840" sldId="256"/>
        </pc:sldMkLst>
        <pc:spChg chg="mod">
          <ac:chgData name="Matthew" userId="3004dbd67fb7f2ca" providerId="LiveId" clId="{2B884343-84AA-41A1-867F-80542B207370}" dt="2023-02-25T13:43:51.220" v="14" actId="20577"/>
          <ac:spMkLst>
            <pc:docMk/>
            <pc:sldMk cId="3216822840" sldId="256"/>
            <ac:spMk id="2" creationId="{427DBAE9-EF64-6E8D-397C-EBFEBF00850D}"/>
          </ac:spMkLst>
        </pc:spChg>
      </pc:sldChg>
      <pc:sldChg chg="modSp mod">
        <pc:chgData name="Matthew" userId="3004dbd67fb7f2ca" providerId="LiveId" clId="{2B884343-84AA-41A1-867F-80542B207370}" dt="2023-02-25T13:44:00.627" v="18" actId="20577"/>
        <pc:sldMkLst>
          <pc:docMk/>
          <pc:sldMk cId="3696798408" sldId="286"/>
        </pc:sldMkLst>
        <pc:spChg chg="mod">
          <ac:chgData name="Matthew" userId="3004dbd67fb7f2ca" providerId="LiveId" clId="{2B884343-84AA-41A1-867F-80542B207370}" dt="2023-02-25T13:44:00.627" v="18" actId="20577"/>
          <ac:spMkLst>
            <pc:docMk/>
            <pc:sldMk cId="3696798408" sldId="286"/>
            <ac:spMk id="3" creationId="{D6BF1FEB-41FE-ED53-3805-DD2B95E79528}"/>
          </ac:spMkLst>
        </pc:spChg>
      </pc:sldChg>
      <pc:sldChg chg="modSp new mod">
        <pc:chgData name="Matthew" userId="3004dbd67fb7f2ca" providerId="LiveId" clId="{2B884343-84AA-41A1-867F-80542B207370}" dt="2023-02-26T00:30:26.547" v="96"/>
        <pc:sldMkLst>
          <pc:docMk/>
          <pc:sldMk cId="1451610921" sldId="287"/>
        </pc:sldMkLst>
        <pc:spChg chg="mod">
          <ac:chgData name="Matthew" userId="3004dbd67fb7f2ca" providerId="LiveId" clId="{2B884343-84AA-41A1-867F-80542B207370}" dt="2023-02-26T00:29:00.684" v="49" actId="20577"/>
          <ac:spMkLst>
            <pc:docMk/>
            <pc:sldMk cId="1451610921" sldId="287"/>
            <ac:spMk id="2" creationId="{82F5FD3E-34D6-BE08-2B01-0D37D5998A60}"/>
          </ac:spMkLst>
        </pc:spChg>
        <pc:spChg chg="mod">
          <ac:chgData name="Matthew" userId="3004dbd67fb7f2ca" providerId="LiveId" clId="{2B884343-84AA-41A1-867F-80542B207370}" dt="2023-02-26T00:30:26.547" v="96"/>
          <ac:spMkLst>
            <pc:docMk/>
            <pc:sldMk cId="1451610921" sldId="287"/>
            <ac:spMk id="3" creationId="{5D24E16B-64CC-FFB6-27AE-24D23FD56993}"/>
          </ac:spMkLst>
        </pc:spChg>
      </pc:sldChg>
      <pc:sldChg chg="del">
        <pc:chgData name="Matthew" userId="3004dbd67fb7f2ca" providerId="LiveId" clId="{2B884343-84AA-41A1-867F-80542B207370}" dt="2023-02-25T13:44:10.981" v="19" actId="47"/>
        <pc:sldMkLst>
          <pc:docMk/>
          <pc:sldMk cId="1877206788" sldId="287"/>
        </pc:sldMkLst>
      </pc:sldChg>
      <pc:sldChg chg="del">
        <pc:chgData name="Matthew" userId="3004dbd67fb7f2ca" providerId="LiveId" clId="{2B884343-84AA-41A1-867F-80542B207370}" dt="2023-02-25T13:44:10.981" v="19" actId="47"/>
        <pc:sldMkLst>
          <pc:docMk/>
          <pc:sldMk cId="2310641824" sldId="288"/>
        </pc:sldMkLst>
      </pc:sldChg>
      <pc:sldChg chg="addSp modSp new mod">
        <pc:chgData name="Matthew" userId="3004dbd67fb7f2ca" providerId="LiveId" clId="{2B884343-84AA-41A1-867F-80542B207370}" dt="2023-02-26T00:47:08.815" v="350" actId="113"/>
        <pc:sldMkLst>
          <pc:docMk/>
          <pc:sldMk cId="2435730303" sldId="288"/>
        </pc:sldMkLst>
        <pc:spChg chg="mod">
          <ac:chgData name="Matthew" userId="3004dbd67fb7f2ca" providerId="LiveId" clId="{2B884343-84AA-41A1-867F-80542B207370}" dt="2023-02-26T00:31:04.426" v="169" actId="20577"/>
          <ac:spMkLst>
            <pc:docMk/>
            <pc:sldMk cId="2435730303" sldId="288"/>
            <ac:spMk id="2" creationId="{376771B4-CD8F-D7F5-FFAF-D4609EA4ED00}"/>
          </ac:spMkLst>
        </pc:spChg>
        <pc:spChg chg="mod">
          <ac:chgData name="Matthew" userId="3004dbd67fb7f2ca" providerId="LiveId" clId="{2B884343-84AA-41A1-867F-80542B207370}" dt="2023-02-26T00:47:08.815" v="350" actId="113"/>
          <ac:spMkLst>
            <pc:docMk/>
            <pc:sldMk cId="2435730303" sldId="288"/>
            <ac:spMk id="3" creationId="{61A23E67-5AB5-B9E9-28F2-4205A18B51FE}"/>
          </ac:spMkLst>
        </pc:spChg>
        <pc:spChg chg="add mod">
          <ac:chgData name="Matthew" userId="3004dbd67fb7f2ca" providerId="LiveId" clId="{2B884343-84AA-41A1-867F-80542B207370}" dt="2023-02-26T00:45:48.566" v="294" actId="1076"/>
          <ac:spMkLst>
            <pc:docMk/>
            <pc:sldMk cId="2435730303" sldId="288"/>
            <ac:spMk id="4" creationId="{A67C586B-4C23-574C-C5B6-F3FEBF2DBB12}"/>
          </ac:spMkLst>
        </pc:spChg>
        <pc:spChg chg="add mod">
          <ac:chgData name="Matthew" userId="3004dbd67fb7f2ca" providerId="LiveId" clId="{2B884343-84AA-41A1-867F-80542B207370}" dt="2023-02-26T00:45:39.563" v="290" actId="1076"/>
          <ac:spMkLst>
            <pc:docMk/>
            <pc:sldMk cId="2435730303" sldId="288"/>
            <ac:spMk id="5" creationId="{DAEBBAA8-8DC5-A11A-FA1D-95EB23F3C4B9}"/>
          </ac:spMkLst>
        </pc:spChg>
        <pc:spChg chg="add mod">
          <ac:chgData name="Matthew" userId="3004dbd67fb7f2ca" providerId="LiveId" clId="{2B884343-84AA-41A1-867F-80542B207370}" dt="2023-02-26T00:45:53.919" v="295" actId="1076"/>
          <ac:spMkLst>
            <pc:docMk/>
            <pc:sldMk cId="2435730303" sldId="288"/>
            <ac:spMk id="6" creationId="{0ADC3E8E-05E8-CEA4-B90D-EE92F94B9FF3}"/>
          </ac:spMkLst>
        </pc:spChg>
        <pc:spChg chg="add mod">
          <ac:chgData name="Matthew" userId="3004dbd67fb7f2ca" providerId="LiveId" clId="{2B884343-84AA-41A1-867F-80542B207370}" dt="2023-02-26T00:46:59.852" v="349" actId="1076"/>
          <ac:spMkLst>
            <pc:docMk/>
            <pc:sldMk cId="2435730303" sldId="288"/>
            <ac:spMk id="7" creationId="{84A28B2E-0D63-E050-E61C-A25778195A6B}"/>
          </ac:spMkLst>
        </pc:spChg>
      </pc:sldChg>
      <pc:sldChg chg="addSp modSp new mod">
        <pc:chgData name="Matthew" userId="3004dbd67fb7f2ca" providerId="LiveId" clId="{2B884343-84AA-41A1-867F-80542B207370}" dt="2023-02-26T01:02:42.228" v="752" actId="1076"/>
        <pc:sldMkLst>
          <pc:docMk/>
          <pc:sldMk cId="2362636464" sldId="289"/>
        </pc:sldMkLst>
        <pc:spChg chg="mod">
          <ac:chgData name="Matthew" userId="3004dbd67fb7f2ca" providerId="LiveId" clId="{2B884343-84AA-41A1-867F-80542B207370}" dt="2023-02-26T00:47:35.209" v="386" actId="20577"/>
          <ac:spMkLst>
            <pc:docMk/>
            <pc:sldMk cId="2362636464" sldId="289"/>
            <ac:spMk id="2" creationId="{8CF448F8-44F2-92F7-16C2-6009A4F3CCC0}"/>
          </ac:spMkLst>
        </pc:spChg>
        <pc:spChg chg="mod">
          <ac:chgData name="Matthew" userId="3004dbd67fb7f2ca" providerId="LiveId" clId="{2B884343-84AA-41A1-867F-80542B207370}" dt="2023-02-26T01:01:00.910" v="739" actId="20577"/>
          <ac:spMkLst>
            <pc:docMk/>
            <pc:sldMk cId="2362636464" sldId="289"/>
            <ac:spMk id="3" creationId="{BC956A71-79A5-DDBB-4269-914CF20F491F}"/>
          </ac:spMkLst>
        </pc:spChg>
        <pc:spChg chg="add mod">
          <ac:chgData name="Matthew" userId="3004dbd67fb7f2ca" providerId="LiveId" clId="{2B884343-84AA-41A1-867F-80542B207370}" dt="2023-02-26T01:02:42.228" v="752" actId="1076"/>
          <ac:spMkLst>
            <pc:docMk/>
            <pc:sldMk cId="2362636464" sldId="289"/>
            <ac:spMk id="4" creationId="{A257DD82-4700-3BDE-61F4-BAA116CFA9D5}"/>
          </ac:spMkLst>
        </pc:spChg>
      </pc:sldChg>
      <pc:sldChg chg="del">
        <pc:chgData name="Matthew" userId="3004dbd67fb7f2ca" providerId="LiveId" clId="{2B884343-84AA-41A1-867F-80542B207370}" dt="2023-02-25T13:44:10.981" v="19" actId="47"/>
        <pc:sldMkLst>
          <pc:docMk/>
          <pc:sldMk cId="3550364645" sldId="289"/>
        </pc:sldMkLst>
      </pc:sldChg>
      <pc:sldChg chg="del">
        <pc:chgData name="Matthew" userId="3004dbd67fb7f2ca" providerId="LiveId" clId="{2B884343-84AA-41A1-867F-80542B207370}" dt="2023-02-25T13:44:10.981" v="19" actId="47"/>
        <pc:sldMkLst>
          <pc:docMk/>
          <pc:sldMk cId="3495307130" sldId="290"/>
        </pc:sldMkLst>
      </pc:sldChg>
      <pc:sldChg chg="addSp modSp new mod">
        <pc:chgData name="Matthew" userId="3004dbd67fb7f2ca" providerId="LiveId" clId="{2B884343-84AA-41A1-867F-80542B207370}" dt="2023-02-26T01:18:57.781" v="985" actId="1076"/>
        <pc:sldMkLst>
          <pc:docMk/>
          <pc:sldMk cId="4020345425" sldId="290"/>
        </pc:sldMkLst>
        <pc:spChg chg="mod">
          <ac:chgData name="Matthew" userId="3004dbd67fb7f2ca" providerId="LiveId" clId="{2B884343-84AA-41A1-867F-80542B207370}" dt="2023-02-26T01:14:17.484" v="790" actId="20577"/>
          <ac:spMkLst>
            <pc:docMk/>
            <pc:sldMk cId="4020345425" sldId="290"/>
            <ac:spMk id="2" creationId="{8DEA2243-C480-2C6A-8C34-7A5B1AFD1FFB}"/>
          </ac:spMkLst>
        </pc:spChg>
        <pc:spChg chg="mod">
          <ac:chgData name="Matthew" userId="3004dbd67fb7f2ca" providerId="LiveId" clId="{2B884343-84AA-41A1-867F-80542B207370}" dt="2023-02-26T01:18:34.583" v="980" actId="20577"/>
          <ac:spMkLst>
            <pc:docMk/>
            <pc:sldMk cId="4020345425" sldId="290"/>
            <ac:spMk id="3" creationId="{222C23ED-CD62-8A3B-F96C-75AED89C48DE}"/>
          </ac:spMkLst>
        </pc:spChg>
        <pc:spChg chg="add mod">
          <ac:chgData name="Matthew" userId="3004dbd67fb7f2ca" providerId="LiveId" clId="{2B884343-84AA-41A1-867F-80542B207370}" dt="2023-02-26T01:18:57.781" v="985" actId="1076"/>
          <ac:spMkLst>
            <pc:docMk/>
            <pc:sldMk cId="4020345425" sldId="290"/>
            <ac:spMk id="4" creationId="{66109761-D348-73A0-44FA-3E70335F5004}"/>
          </ac:spMkLst>
        </pc:spChg>
        <pc:spChg chg="add mod">
          <ac:chgData name="Matthew" userId="3004dbd67fb7f2ca" providerId="LiveId" clId="{2B884343-84AA-41A1-867F-80542B207370}" dt="2023-02-26T01:18:55.597" v="984" actId="1076"/>
          <ac:spMkLst>
            <pc:docMk/>
            <pc:sldMk cId="4020345425" sldId="290"/>
            <ac:spMk id="5" creationId="{7144A279-A1A8-481C-B5F3-5329725E6951}"/>
          </ac:spMkLst>
        </pc:spChg>
        <pc:spChg chg="add mod">
          <ac:chgData name="Matthew" userId="3004dbd67fb7f2ca" providerId="LiveId" clId="{2B884343-84AA-41A1-867F-80542B207370}" dt="2023-02-26T01:18:52.085" v="983" actId="1076"/>
          <ac:spMkLst>
            <pc:docMk/>
            <pc:sldMk cId="4020345425" sldId="290"/>
            <ac:spMk id="6" creationId="{81A8A05A-680C-AD1A-5386-9F0A85E6B36F}"/>
          </ac:spMkLst>
        </pc:spChg>
      </pc:sldChg>
      <pc:sldChg chg="addSp modSp new mod">
        <pc:chgData name="Matthew" userId="3004dbd67fb7f2ca" providerId="LiveId" clId="{2B884343-84AA-41A1-867F-80542B207370}" dt="2023-02-26T09:19:18.208" v="1307" actId="20577"/>
        <pc:sldMkLst>
          <pc:docMk/>
          <pc:sldMk cId="3096677214" sldId="291"/>
        </pc:sldMkLst>
        <pc:spChg chg="mod">
          <ac:chgData name="Matthew" userId="3004dbd67fb7f2ca" providerId="LiveId" clId="{2B884343-84AA-41A1-867F-80542B207370}" dt="2023-02-26T01:19:38.266" v="1034" actId="20577"/>
          <ac:spMkLst>
            <pc:docMk/>
            <pc:sldMk cId="3096677214" sldId="291"/>
            <ac:spMk id="2" creationId="{D0170BA4-19F0-72AF-BD70-62AE2CE663B2}"/>
          </ac:spMkLst>
        </pc:spChg>
        <pc:spChg chg="mod">
          <ac:chgData name="Matthew" userId="3004dbd67fb7f2ca" providerId="LiveId" clId="{2B884343-84AA-41A1-867F-80542B207370}" dt="2023-02-26T09:19:18.208" v="1307" actId="20577"/>
          <ac:spMkLst>
            <pc:docMk/>
            <pc:sldMk cId="3096677214" sldId="291"/>
            <ac:spMk id="3" creationId="{8DF89508-7C71-AC08-1D1A-0E349A23C125}"/>
          </ac:spMkLst>
        </pc:spChg>
        <pc:spChg chg="add mod">
          <ac:chgData name="Matthew" userId="3004dbd67fb7f2ca" providerId="LiveId" clId="{2B884343-84AA-41A1-867F-80542B207370}" dt="2023-02-26T01:40:01.592" v="1098" actId="1076"/>
          <ac:spMkLst>
            <pc:docMk/>
            <pc:sldMk cId="3096677214" sldId="291"/>
            <ac:spMk id="4" creationId="{457A4E57-F9EB-5CC4-2A83-39D95084C3CF}"/>
          </ac:spMkLst>
        </pc:spChg>
        <pc:spChg chg="add mod">
          <ac:chgData name="Matthew" userId="3004dbd67fb7f2ca" providerId="LiveId" clId="{2B884343-84AA-41A1-867F-80542B207370}" dt="2023-02-26T09:16:22.883" v="1198" actId="1076"/>
          <ac:spMkLst>
            <pc:docMk/>
            <pc:sldMk cId="3096677214" sldId="291"/>
            <ac:spMk id="5" creationId="{0365CB9A-A115-B984-7CF9-EE0D948952C2}"/>
          </ac:spMkLst>
        </pc:spChg>
      </pc:sldChg>
      <pc:sldChg chg="del">
        <pc:chgData name="Matthew" userId="3004dbd67fb7f2ca" providerId="LiveId" clId="{2B884343-84AA-41A1-867F-80542B207370}" dt="2023-02-25T13:44:10.981" v="19" actId="47"/>
        <pc:sldMkLst>
          <pc:docMk/>
          <pc:sldMk cId="3994456573" sldId="291"/>
        </pc:sldMkLst>
      </pc:sldChg>
      <pc:sldChg chg="addSp modSp new mod">
        <pc:chgData name="Matthew" userId="3004dbd67fb7f2ca" providerId="LiveId" clId="{2B884343-84AA-41A1-867F-80542B207370}" dt="2023-02-26T09:23:27.038" v="1373" actId="113"/>
        <pc:sldMkLst>
          <pc:docMk/>
          <pc:sldMk cId="290359329" sldId="292"/>
        </pc:sldMkLst>
        <pc:spChg chg="mod">
          <ac:chgData name="Matthew" userId="3004dbd67fb7f2ca" providerId="LiveId" clId="{2B884343-84AA-41A1-867F-80542B207370}" dt="2023-02-26T09:18:39.425" v="1256" actId="20577"/>
          <ac:spMkLst>
            <pc:docMk/>
            <pc:sldMk cId="290359329" sldId="292"/>
            <ac:spMk id="2" creationId="{6C28D744-8B20-4C50-1D8E-4D8B70987F9B}"/>
          </ac:spMkLst>
        </pc:spChg>
        <pc:spChg chg="mod">
          <ac:chgData name="Matthew" userId="3004dbd67fb7f2ca" providerId="LiveId" clId="{2B884343-84AA-41A1-867F-80542B207370}" dt="2023-02-26T09:23:27.038" v="1373" actId="113"/>
          <ac:spMkLst>
            <pc:docMk/>
            <pc:sldMk cId="290359329" sldId="292"/>
            <ac:spMk id="3" creationId="{43A86B5F-3FE6-E907-57E5-D51A428FAA40}"/>
          </ac:spMkLst>
        </pc:spChg>
        <pc:spChg chg="add mod">
          <ac:chgData name="Matthew" userId="3004dbd67fb7f2ca" providerId="LiveId" clId="{2B884343-84AA-41A1-867F-80542B207370}" dt="2023-02-26T09:21:15.187" v="1364" actId="1076"/>
          <ac:spMkLst>
            <pc:docMk/>
            <pc:sldMk cId="290359329" sldId="292"/>
            <ac:spMk id="4" creationId="{6F668D8E-4A11-B630-9A3E-DD6B75132ECE}"/>
          </ac:spMkLst>
        </pc:spChg>
        <pc:spChg chg="add mod">
          <ac:chgData name="Matthew" userId="3004dbd67fb7f2ca" providerId="LiveId" clId="{2B884343-84AA-41A1-867F-80542B207370}" dt="2023-02-26T09:23:06.084" v="1371" actId="1076"/>
          <ac:spMkLst>
            <pc:docMk/>
            <pc:sldMk cId="290359329" sldId="292"/>
            <ac:spMk id="5" creationId="{6E33EE79-44F7-B730-DE08-A0B2B87C8204}"/>
          </ac:spMkLst>
        </pc:spChg>
      </pc:sldChg>
      <pc:sldChg chg="del">
        <pc:chgData name="Matthew" userId="3004dbd67fb7f2ca" providerId="LiveId" clId="{2B884343-84AA-41A1-867F-80542B207370}" dt="2023-02-25T13:44:10.981" v="19" actId="47"/>
        <pc:sldMkLst>
          <pc:docMk/>
          <pc:sldMk cId="1951772703" sldId="292"/>
        </pc:sldMkLst>
      </pc:sldChg>
      <pc:sldChg chg="addSp modSp new mod">
        <pc:chgData name="Matthew" userId="3004dbd67fb7f2ca" providerId="LiveId" clId="{2B884343-84AA-41A1-867F-80542B207370}" dt="2023-02-26T09:33:12.867" v="1830" actId="1076"/>
        <pc:sldMkLst>
          <pc:docMk/>
          <pc:sldMk cId="2216843007" sldId="293"/>
        </pc:sldMkLst>
        <pc:spChg chg="mod">
          <ac:chgData name="Matthew" userId="3004dbd67fb7f2ca" providerId="LiveId" clId="{2B884343-84AA-41A1-867F-80542B207370}" dt="2023-02-26T09:24:31.282" v="1403" actId="20577"/>
          <ac:spMkLst>
            <pc:docMk/>
            <pc:sldMk cId="2216843007" sldId="293"/>
            <ac:spMk id="2" creationId="{11FF09B2-B4CD-FD30-661B-5C205343EF65}"/>
          </ac:spMkLst>
        </pc:spChg>
        <pc:spChg chg="mod">
          <ac:chgData name="Matthew" userId="3004dbd67fb7f2ca" providerId="LiveId" clId="{2B884343-84AA-41A1-867F-80542B207370}" dt="2023-02-26T09:33:08.050" v="1829" actId="20577"/>
          <ac:spMkLst>
            <pc:docMk/>
            <pc:sldMk cId="2216843007" sldId="293"/>
            <ac:spMk id="3" creationId="{BC2AF3C4-839E-9C19-31B6-1E6533CCD890}"/>
          </ac:spMkLst>
        </pc:spChg>
        <pc:spChg chg="add mod">
          <ac:chgData name="Matthew" userId="3004dbd67fb7f2ca" providerId="LiveId" clId="{2B884343-84AA-41A1-867F-80542B207370}" dt="2023-02-26T09:33:12.867" v="1830" actId="1076"/>
          <ac:spMkLst>
            <pc:docMk/>
            <pc:sldMk cId="2216843007" sldId="293"/>
            <ac:spMk id="4" creationId="{16D80B05-A1AB-331E-97D5-8567BBA8E7AB}"/>
          </ac:spMkLst>
        </pc:spChg>
      </pc:sldChg>
      <pc:sldChg chg="del">
        <pc:chgData name="Matthew" userId="3004dbd67fb7f2ca" providerId="LiveId" clId="{2B884343-84AA-41A1-867F-80542B207370}" dt="2023-02-25T13:44:10.981" v="19" actId="47"/>
        <pc:sldMkLst>
          <pc:docMk/>
          <pc:sldMk cId="3037619628" sldId="293"/>
        </pc:sldMkLst>
      </pc:sldChg>
      <pc:sldChg chg="addSp modSp new mod">
        <pc:chgData name="Matthew" userId="3004dbd67fb7f2ca" providerId="LiveId" clId="{2B884343-84AA-41A1-867F-80542B207370}" dt="2023-02-27T22:57:27.132" v="1930" actId="1076"/>
        <pc:sldMkLst>
          <pc:docMk/>
          <pc:sldMk cId="2400524202" sldId="294"/>
        </pc:sldMkLst>
        <pc:spChg chg="mod">
          <ac:chgData name="Matthew" userId="3004dbd67fb7f2ca" providerId="LiveId" clId="{2B884343-84AA-41A1-867F-80542B207370}" dt="2023-02-26T09:36:21.676" v="1858" actId="20577"/>
          <ac:spMkLst>
            <pc:docMk/>
            <pc:sldMk cId="2400524202" sldId="294"/>
            <ac:spMk id="2" creationId="{D22B2EFB-C8E4-CC74-B5FA-2E4D81F65631}"/>
          </ac:spMkLst>
        </pc:spChg>
        <pc:spChg chg="mod">
          <ac:chgData name="Matthew" userId="3004dbd67fb7f2ca" providerId="LiveId" clId="{2B884343-84AA-41A1-867F-80542B207370}" dt="2023-02-27T22:57:05.567" v="1923" actId="20577"/>
          <ac:spMkLst>
            <pc:docMk/>
            <pc:sldMk cId="2400524202" sldId="294"/>
            <ac:spMk id="3" creationId="{582D1754-9247-8375-C920-9B09E27C4180}"/>
          </ac:spMkLst>
        </pc:spChg>
        <pc:spChg chg="add mod">
          <ac:chgData name="Matthew" userId="3004dbd67fb7f2ca" providerId="LiveId" clId="{2B884343-84AA-41A1-867F-80542B207370}" dt="2023-02-27T22:57:09.860" v="1924" actId="1076"/>
          <ac:spMkLst>
            <pc:docMk/>
            <pc:sldMk cId="2400524202" sldId="294"/>
            <ac:spMk id="4" creationId="{D68650ED-EF8A-C0A4-9EC7-AEFEE9E29C26}"/>
          </ac:spMkLst>
        </pc:spChg>
        <pc:spChg chg="add mod">
          <ac:chgData name="Matthew" userId="3004dbd67fb7f2ca" providerId="LiveId" clId="{2B884343-84AA-41A1-867F-80542B207370}" dt="2023-02-27T22:57:27.132" v="1930" actId="1076"/>
          <ac:spMkLst>
            <pc:docMk/>
            <pc:sldMk cId="2400524202" sldId="294"/>
            <ac:spMk id="5" creationId="{7A488A11-A3CC-AF95-7304-A591A78CC66A}"/>
          </ac:spMkLst>
        </pc:spChg>
      </pc:sldChg>
      <pc:sldChg chg="del">
        <pc:chgData name="Matthew" userId="3004dbd67fb7f2ca" providerId="LiveId" clId="{2B884343-84AA-41A1-867F-80542B207370}" dt="2023-02-25T13:44:10.981" v="19" actId="47"/>
        <pc:sldMkLst>
          <pc:docMk/>
          <pc:sldMk cId="3526756343" sldId="294"/>
        </pc:sldMkLst>
      </pc:sldChg>
      <pc:sldChg chg="del">
        <pc:chgData name="Matthew" userId="3004dbd67fb7f2ca" providerId="LiveId" clId="{2B884343-84AA-41A1-867F-80542B207370}" dt="2023-02-25T13:44:10.981" v="19" actId="47"/>
        <pc:sldMkLst>
          <pc:docMk/>
          <pc:sldMk cId="2203703347" sldId="295"/>
        </pc:sldMkLst>
      </pc:sldChg>
      <pc:sldChg chg="addSp modSp new mod">
        <pc:chgData name="Matthew" userId="3004dbd67fb7f2ca" providerId="LiveId" clId="{2B884343-84AA-41A1-867F-80542B207370}" dt="2023-02-27T23:01:08.562" v="2139" actId="1076"/>
        <pc:sldMkLst>
          <pc:docMk/>
          <pc:sldMk cId="2965345316" sldId="295"/>
        </pc:sldMkLst>
        <pc:spChg chg="mod">
          <ac:chgData name="Matthew" userId="3004dbd67fb7f2ca" providerId="LiveId" clId="{2B884343-84AA-41A1-867F-80542B207370}" dt="2023-02-27T22:58:00.794" v="1932"/>
          <ac:spMkLst>
            <pc:docMk/>
            <pc:sldMk cId="2965345316" sldId="295"/>
            <ac:spMk id="2" creationId="{D7925B3B-7F51-AEC5-C03C-3C0FB11191DB}"/>
          </ac:spMkLst>
        </pc:spChg>
        <pc:spChg chg="mod">
          <ac:chgData name="Matthew" userId="3004dbd67fb7f2ca" providerId="LiveId" clId="{2B884343-84AA-41A1-867F-80542B207370}" dt="2023-02-27T23:00:14.867" v="2129" actId="20577"/>
          <ac:spMkLst>
            <pc:docMk/>
            <pc:sldMk cId="2965345316" sldId="295"/>
            <ac:spMk id="3" creationId="{9802EBD1-DBD3-687D-BB04-8108B5E347C6}"/>
          </ac:spMkLst>
        </pc:spChg>
        <pc:spChg chg="add mod">
          <ac:chgData name="Matthew" userId="3004dbd67fb7f2ca" providerId="LiveId" clId="{2B884343-84AA-41A1-867F-80542B207370}" dt="2023-02-27T22:59:06.716" v="2013" actId="1076"/>
          <ac:spMkLst>
            <pc:docMk/>
            <pc:sldMk cId="2965345316" sldId="295"/>
            <ac:spMk id="4" creationId="{12ECE42B-0454-8A12-2D39-67AE6A8388C9}"/>
          </ac:spMkLst>
        </pc:spChg>
        <pc:spChg chg="add mod">
          <ac:chgData name="Matthew" userId="3004dbd67fb7f2ca" providerId="LiveId" clId="{2B884343-84AA-41A1-867F-80542B207370}" dt="2023-02-27T23:01:08.562" v="2139" actId="1076"/>
          <ac:spMkLst>
            <pc:docMk/>
            <pc:sldMk cId="2965345316" sldId="295"/>
            <ac:spMk id="5" creationId="{02EE5276-16BB-B683-8A04-F1AD0F15CA8F}"/>
          </ac:spMkLst>
        </pc:spChg>
      </pc:sldChg>
      <pc:sldChg chg="addSp modSp new mod">
        <pc:chgData name="Matthew" userId="3004dbd67fb7f2ca" providerId="LiveId" clId="{2B884343-84AA-41A1-867F-80542B207370}" dt="2023-02-27T23:04:33.249" v="2604" actId="20577"/>
        <pc:sldMkLst>
          <pc:docMk/>
          <pc:sldMk cId="944136598" sldId="296"/>
        </pc:sldMkLst>
        <pc:spChg chg="mod">
          <ac:chgData name="Matthew" userId="3004dbd67fb7f2ca" providerId="LiveId" clId="{2B884343-84AA-41A1-867F-80542B207370}" dt="2023-02-27T23:04:33.249" v="2604" actId="20577"/>
          <ac:spMkLst>
            <pc:docMk/>
            <pc:sldMk cId="944136598" sldId="296"/>
            <ac:spMk id="2" creationId="{298943B2-3F4D-1F14-7C94-25EAECEA5193}"/>
          </ac:spMkLst>
        </pc:spChg>
        <pc:spChg chg="mod">
          <ac:chgData name="Matthew" userId="3004dbd67fb7f2ca" providerId="LiveId" clId="{2B884343-84AA-41A1-867F-80542B207370}" dt="2023-02-27T23:04:23.843" v="2601" actId="20577"/>
          <ac:spMkLst>
            <pc:docMk/>
            <pc:sldMk cId="944136598" sldId="296"/>
            <ac:spMk id="3" creationId="{AA0FD943-0877-34FC-4CB9-32105A934A5C}"/>
          </ac:spMkLst>
        </pc:spChg>
        <pc:spChg chg="add mod">
          <ac:chgData name="Matthew" userId="3004dbd67fb7f2ca" providerId="LiveId" clId="{2B884343-84AA-41A1-867F-80542B207370}" dt="2023-02-27T23:04:29.019" v="2602" actId="1076"/>
          <ac:spMkLst>
            <pc:docMk/>
            <pc:sldMk cId="944136598" sldId="296"/>
            <ac:spMk id="4" creationId="{53883667-8D1E-77FC-B89B-D7C64DAFCB7D}"/>
          </ac:spMkLst>
        </pc:spChg>
      </pc:sldChg>
      <pc:sldChg chg="del">
        <pc:chgData name="Matthew" userId="3004dbd67fb7f2ca" providerId="LiveId" clId="{2B884343-84AA-41A1-867F-80542B207370}" dt="2023-02-25T13:44:10.981" v="19" actId="47"/>
        <pc:sldMkLst>
          <pc:docMk/>
          <pc:sldMk cId="3013679613" sldId="296"/>
        </pc:sldMkLst>
      </pc:sldChg>
      <pc:sldChg chg="addSp modSp new mod">
        <pc:chgData name="Matthew" userId="3004dbd67fb7f2ca" providerId="LiveId" clId="{2B884343-84AA-41A1-867F-80542B207370}" dt="2023-02-27T23:07:51.968" v="2863"/>
        <pc:sldMkLst>
          <pc:docMk/>
          <pc:sldMk cId="3112258775" sldId="297"/>
        </pc:sldMkLst>
        <pc:spChg chg="mod">
          <ac:chgData name="Matthew" userId="3004dbd67fb7f2ca" providerId="LiveId" clId="{2B884343-84AA-41A1-867F-80542B207370}" dt="2023-02-27T23:04:51.922" v="2635" actId="20577"/>
          <ac:spMkLst>
            <pc:docMk/>
            <pc:sldMk cId="3112258775" sldId="297"/>
            <ac:spMk id="2" creationId="{3185CDB2-EF62-8578-6A74-A2DB98A3D512}"/>
          </ac:spMkLst>
        </pc:spChg>
        <pc:spChg chg="mod">
          <ac:chgData name="Matthew" userId="3004dbd67fb7f2ca" providerId="LiveId" clId="{2B884343-84AA-41A1-867F-80542B207370}" dt="2023-02-27T23:06:48.114" v="2859" actId="20577"/>
          <ac:spMkLst>
            <pc:docMk/>
            <pc:sldMk cId="3112258775" sldId="297"/>
            <ac:spMk id="3" creationId="{85FB3C52-147B-7555-10CD-5DD7557EDAA8}"/>
          </ac:spMkLst>
        </pc:spChg>
        <pc:spChg chg="add mod">
          <ac:chgData name="Matthew" userId="3004dbd67fb7f2ca" providerId="LiveId" clId="{2B884343-84AA-41A1-867F-80542B207370}" dt="2023-02-27T23:06:54.921" v="2860" actId="1076"/>
          <ac:spMkLst>
            <pc:docMk/>
            <pc:sldMk cId="3112258775" sldId="297"/>
            <ac:spMk id="4" creationId="{45666F23-1261-59D7-1F11-0CB63D551DD2}"/>
          </ac:spMkLst>
        </pc:spChg>
        <pc:spChg chg="add mod">
          <ac:chgData name="Matthew" userId="3004dbd67fb7f2ca" providerId="LiveId" clId="{2B884343-84AA-41A1-867F-80542B207370}" dt="2023-02-27T23:07:51.968" v="2863"/>
          <ac:spMkLst>
            <pc:docMk/>
            <pc:sldMk cId="3112258775" sldId="297"/>
            <ac:spMk id="5" creationId="{0016BB35-62C5-0481-FF8C-010DFFB8762A}"/>
          </ac:spMkLst>
        </pc:spChg>
      </pc:sldChg>
      <pc:sldChg chg="del">
        <pc:chgData name="Matthew" userId="3004dbd67fb7f2ca" providerId="LiveId" clId="{2B884343-84AA-41A1-867F-80542B207370}" dt="2023-02-25T13:44:10.981" v="19" actId="47"/>
        <pc:sldMkLst>
          <pc:docMk/>
          <pc:sldMk cId="3576580803" sldId="297"/>
        </pc:sldMkLst>
      </pc:sldChg>
      <pc:sldChg chg="del">
        <pc:chgData name="Matthew" userId="3004dbd67fb7f2ca" providerId="LiveId" clId="{2B884343-84AA-41A1-867F-80542B207370}" dt="2023-02-25T13:44:10.981" v="19" actId="47"/>
        <pc:sldMkLst>
          <pc:docMk/>
          <pc:sldMk cId="3694505116" sldId="298"/>
        </pc:sldMkLst>
      </pc:sldChg>
      <pc:sldChg chg="addSp modSp new mod">
        <pc:chgData name="Matthew" userId="3004dbd67fb7f2ca" providerId="LiveId" clId="{2B884343-84AA-41A1-867F-80542B207370}" dt="2023-02-27T23:19:57.639" v="2981" actId="20577"/>
        <pc:sldMkLst>
          <pc:docMk/>
          <pc:sldMk cId="4126862679" sldId="298"/>
        </pc:sldMkLst>
        <pc:spChg chg="mod">
          <ac:chgData name="Matthew" userId="3004dbd67fb7f2ca" providerId="LiveId" clId="{2B884343-84AA-41A1-867F-80542B207370}" dt="2023-02-27T23:10:12.042" v="2894" actId="20577"/>
          <ac:spMkLst>
            <pc:docMk/>
            <pc:sldMk cId="4126862679" sldId="298"/>
            <ac:spMk id="2" creationId="{51C9EEA8-D1A4-31EF-849A-6C4D635AD2FF}"/>
          </ac:spMkLst>
        </pc:spChg>
        <pc:spChg chg="mod">
          <ac:chgData name="Matthew" userId="3004dbd67fb7f2ca" providerId="LiveId" clId="{2B884343-84AA-41A1-867F-80542B207370}" dt="2023-02-27T23:19:57.639" v="2981" actId="20577"/>
          <ac:spMkLst>
            <pc:docMk/>
            <pc:sldMk cId="4126862679" sldId="298"/>
            <ac:spMk id="3" creationId="{629C0AFC-0B98-2E9E-CD0B-8A4C371A8C20}"/>
          </ac:spMkLst>
        </pc:spChg>
        <pc:spChg chg="add mod">
          <ac:chgData name="Matthew" userId="3004dbd67fb7f2ca" providerId="LiveId" clId="{2B884343-84AA-41A1-867F-80542B207370}" dt="2023-02-27T23:19:37.037" v="2975" actId="1076"/>
          <ac:spMkLst>
            <pc:docMk/>
            <pc:sldMk cId="4126862679" sldId="298"/>
            <ac:spMk id="6" creationId="{05BD6C71-8554-92F5-8770-6A4CFCE01DDE}"/>
          </ac:spMkLst>
        </pc:spChg>
        <pc:picChg chg="add mod">
          <ac:chgData name="Matthew" userId="3004dbd67fb7f2ca" providerId="LiveId" clId="{2B884343-84AA-41A1-867F-80542B207370}" dt="2023-02-27T23:17:59.470" v="2959" actId="1076"/>
          <ac:picMkLst>
            <pc:docMk/>
            <pc:sldMk cId="4126862679" sldId="298"/>
            <ac:picMk id="5" creationId="{4C9599E1-E212-E4C7-BB43-840C883FDACB}"/>
          </ac:picMkLst>
        </pc:picChg>
      </pc:sldChg>
      <pc:sldChg chg="addSp modSp new mod">
        <pc:chgData name="Matthew" userId="3004dbd67fb7f2ca" providerId="LiveId" clId="{2B884343-84AA-41A1-867F-80542B207370}" dt="2023-02-27T23:31:04.352" v="3457" actId="1076"/>
        <pc:sldMkLst>
          <pc:docMk/>
          <pc:sldMk cId="1804151549" sldId="299"/>
        </pc:sldMkLst>
        <pc:spChg chg="mod">
          <ac:chgData name="Matthew" userId="3004dbd67fb7f2ca" providerId="LiveId" clId="{2B884343-84AA-41A1-867F-80542B207370}" dt="2023-02-27T23:22:06.710" v="3042" actId="20577"/>
          <ac:spMkLst>
            <pc:docMk/>
            <pc:sldMk cId="1804151549" sldId="299"/>
            <ac:spMk id="2" creationId="{0B47302D-3497-80B3-6B97-6C1AC8318532}"/>
          </ac:spMkLst>
        </pc:spChg>
        <pc:spChg chg="mod">
          <ac:chgData name="Matthew" userId="3004dbd67fb7f2ca" providerId="LiveId" clId="{2B884343-84AA-41A1-867F-80542B207370}" dt="2023-02-27T23:30:58.116" v="3456" actId="20577"/>
          <ac:spMkLst>
            <pc:docMk/>
            <pc:sldMk cId="1804151549" sldId="299"/>
            <ac:spMk id="3" creationId="{12CA312C-78EC-DB75-80CF-EC2C02D6C2E3}"/>
          </ac:spMkLst>
        </pc:spChg>
        <pc:spChg chg="add mod">
          <ac:chgData name="Matthew" userId="3004dbd67fb7f2ca" providerId="LiveId" clId="{2B884343-84AA-41A1-867F-80542B207370}" dt="2023-02-27T23:31:04.352" v="3457" actId="1076"/>
          <ac:spMkLst>
            <pc:docMk/>
            <pc:sldMk cId="1804151549" sldId="299"/>
            <ac:spMk id="4" creationId="{39472AF1-BDF0-3A34-BA38-7DB4CD790470}"/>
          </ac:spMkLst>
        </pc:spChg>
        <pc:spChg chg="add mod">
          <ac:chgData name="Matthew" userId="3004dbd67fb7f2ca" providerId="LiveId" clId="{2B884343-84AA-41A1-867F-80542B207370}" dt="2023-02-27T23:30:29.936" v="3449" actId="1076"/>
          <ac:spMkLst>
            <pc:docMk/>
            <pc:sldMk cId="1804151549" sldId="299"/>
            <ac:spMk id="5" creationId="{425536BB-723C-B67C-D170-2F4092ABF7AF}"/>
          </ac:spMkLst>
        </pc:spChg>
      </pc:sldChg>
      <pc:sldChg chg="del">
        <pc:chgData name="Matthew" userId="3004dbd67fb7f2ca" providerId="LiveId" clId="{2B884343-84AA-41A1-867F-80542B207370}" dt="2023-02-25T13:44:10.981" v="19" actId="47"/>
        <pc:sldMkLst>
          <pc:docMk/>
          <pc:sldMk cId="3002700531" sldId="299"/>
        </pc:sldMkLst>
      </pc:sldChg>
      <pc:sldChg chg="del">
        <pc:chgData name="Matthew" userId="3004dbd67fb7f2ca" providerId="LiveId" clId="{2B884343-84AA-41A1-867F-80542B207370}" dt="2023-02-25T13:44:10.981" v="19" actId="47"/>
        <pc:sldMkLst>
          <pc:docMk/>
          <pc:sldMk cId="130082547" sldId="300"/>
        </pc:sldMkLst>
      </pc:sldChg>
      <pc:sldChg chg="addSp modSp new mod">
        <pc:chgData name="Matthew" userId="3004dbd67fb7f2ca" providerId="LiveId" clId="{2B884343-84AA-41A1-867F-80542B207370}" dt="2023-02-27T23:32:31.036" v="3470" actId="33524"/>
        <pc:sldMkLst>
          <pc:docMk/>
          <pc:sldMk cId="3145108756" sldId="300"/>
        </pc:sldMkLst>
        <pc:spChg chg="mod">
          <ac:chgData name="Matthew" userId="3004dbd67fb7f2ca" providerId="LiveId" clId="{2B884343-84AA-41A1-867F-80542B207370}" dt="2023-02-27T23:28:39.361" v="3426"/>
          <ac:spMkLst>
            <pc:docMk/>
            <pc:sldMk cId="3145108756" sldId="300"/>
            <ac:spMk id="2" creationId="{FBC90B3C-45F4-0EE1-EE89-6DA5AD3757C5}"/>
          </ac:spMkLst>
        </pc:spChg>
        <pc:spChg chg="mod">
          <ac:chgData name="Matthew" userId="3004dbd67fb7f2ca" providerId="LiveId" clId="{2B884343-84AA-41A1-867F-80542B207370}" dt="2023-02-27T23:32:31.036" v="3470" actId="33524"/>
          <ac:spMkLst>
            <pc:docMk/>
            <pc:sldMk cId="3145108756" sldId="300"/>
            <ac:spMk id="3" creationId="{91BEC907-08DD-61E6-BE72-AC6C14F7F481}"/>
          </ac:spMkLst>
        </pc:spChg>
        <pc:spChg chg="add mod">
          <ac:chgData name="Matthew" userId="3004dbd67fb7f2ca" providerId="LiveId" clId="{2B884343-84AA-41A1-867F-80542B207370}" dt="2023-02-27T23:32:27.546" v="3469" actId="1076"/>
          <ac:spMkLst>
            <pc:docMk/>
            <pc:sldMk cId="3145108756" sldId="300"/>
            <ac:spMk id="4" creationId="{3B7F1B6B-3D37-2676-9FE7-3BD4157AFF06}"/>
          </ac:spMkLst>
        </pc:spChg>
      </pc:sldChg>
      <pc:sldChg chg="addSp modSp new mod">
        <pc:chgData name="Matthew" userId="3004dbd67fb7f2ca" providerId="LiveId" clId="{2B884343-84AA-41A1-867F-80542B207370}" dt="2023-02-27T23:44:54.679" v="3819" actId="1076"/>
        <pc:sldMkLst>
          <pc:docMk/>
          <pc:sldMk cId="140160127" sldId="301"/>
        </pc:sldMkLst>
        <pc:spChg chg="mod">
          <ac:chgData name="Matthew" userId="3004dbd67fb7f2ca" providerId="LiveId" clId="{2B884343-84AA-41A1-867F-80542B207370}" dt="2023-02-27T23:39:51.103" v="3521" actId="20577"/>
          <ac:spMkLst>
            <pc:docMk/>
            <pc:sldMk cId="140160127" sldId="301"/>
            <ac:spMk id="2" creationId="{95DE1DE1-096E-1876-E35B-9EBA0EA7913E}"/>
          </ac:spMkLst>
        </pc:spChg>
        <pc:spChg chg="mod">
          <ac:chgData name="Matthew" userId="3004dbd67fb7f2ca" providerId="LiveId" clId="{2B884343-84AA-41A1-867F-80542B207370}" dt="2023-02-27T23:42:13.272" v="3808" actId="113"/>
          <ac:spMkLst>
            <pc:docMk/>
            <pc:sldMk cId="140160127" sldId="301"/>
            <ac:spMk id="3" creationId="{C7CFBEF8-A06E-3F75-6ABA-A81B59E83A8C}"/>
          </ac:spMkLst>
        </pc:spChg>
        <pc:spChg chg="add mod">
          <ac:chgData name="Matthew" userId="3004dbd67fb7f2ca" providerId="LiveId" clId="{2B884343-84AA-41A1-867F-80542B207370}" dt="2023-02-27T23:44:54.679" v="3819" actId="1076"/>
          <ac:spMkLst>
            <pc:docMk/>
            <pc:sldMk cId="140160127" sldId="301"/>
            <ac:spMk id="4" creationId="{AE3F8FD4-F9B1-FBC2-F03F-FE9C67BA298F}"/>
          </ac:spMkLst>
        </pc:spChg>
      </pc:sldChg>
      <pc:sldChg chg="del">
        <pc:chgData name="Matthew" userId="3004dbd67fb7f2ca" providerId="LiveId" clId="{2B884343-84AA-41A1-867F-80542B207370}" dt="2023-02-25T13:44:10.981" v="19" actId="47"/>
        <pc:sldMkLst>
          <pc:docMk/>
          <pc:sldMk cId="527224062" sldId="301"/>
        </pc:sldMkLst>
      </pc:sldChg>
      <pc:sldChg chg="modSp new mod">
        <pc:chgData name="Matthew" userId="3004dbd67fb7f2ca" providerId="LiveId" clId="{2B884343-84AA-41A1-867F-80542B207370}" dt="2023-02-28T00:24:50.865" v="4736" actId="15"/>
        <pc:sldMkLst>
          <pc:docMk/>
          <pc:sldMk cId="1413931312" sldId="302"/>
        </pc:sldMkLst>
        <pc:spChg chg="mod">
          <ac:chgData name="Matthew" userId="3004dbd67fb7f2ca" providerId="LiveId" clId="{2B884343-84AA-41A1-867F-80542B207370}" dt="2023-02-28T00:14:42.314" v="3951" actId="20577"/>
          <ac:spMkLst>
            <pc:docMk/>
            <pc:sldMk cId="1413931312" sldId="302"/>
            <ac:spMk id="2" creationId="{7938C5FC-8C78-D188-6A5A-C24D012D4628}"/>
          </ac:spMkLst>
        </pc:spChg>
        <pc:spChg chg="mod">
          <ac:chgData name="Matthew" userId="3004dbd67fb7f2ca" providerId="LiveId" clId="{2B884343-84AA-41A1-867F-80542B207370}" dt="2023-02-28T00:24:50.865" v="4736" actId="15"/>
          <ac:spMkLst>
            <pc:docMk/>
            <pc:sldMk cId="1413931312" sldId="302"/>
            <ac:spMk id="3" creationId="{537B7913-16FF-4C2D-0A20-16092260CBBE}"/>
          </ac:spMkLst>
        </pc:spChg>
      </pc:sldChg>
      <pc:sldChg chg="modSp new del mod">
        <pc:chgData name="Matthew" userId="3004dbd67fb7f2ca" providerId="LiveId" clId="{2B884343-84AA-41A1-867F-80542B207370}" dt="2023-02-28T00:14:26.715" v="3930" actId="2696"/>
        <pc:sldMkLst>
          <pc:docMk/>
          <pc:sldMk cId="2644728503" sldId="302"/>
        </pc:sldMkLst>
        <pc:spChg chg="mod">
          <ac:chgData name="Matthew" userId="3004dbd67fb7f2ca" providerId="LiveId" clId="{2B884343-84AA-41A1-867F-80542B207370}" dt="2023-02-27T23:47:23.734" v="3929" actId="20577"/>
          <ac:spMkLst>
            <pc:docMk/>
            <pc:sldMk cId="2644728503" sldId="302"/>
            <ac:spMk id="2" creationId="{A9BC009E-117E-AD3E-F601-A12B35016D9D}"/>
          </ac:spMkLst>
        </pc:spChg>
      </pc:sldChg>
      <pc:sldChg chg="modSp new mod">
        <pc:chgData name="Matthew" userId="3004dbd67fb7f2ca" providerId="LiveId" clId="{2B884343-84AA-41A1-867F-80542B207370}" dt="2023-02-28T00:25:14.580" v="4801" actId="20577"/>
        <pc:sldMkLst>
          <pc:docMk/>
          <pc:sldMk cId="3030915119" sldId="303"/>
        </pc:sldMkLst>
        <pc:spChg chg="mod">
          <ac:chgData name="Matthew" userId="3004dbd67fb7f2ca" providerId="LiveId" clId="{2B884343-84AA-41A1-867F-80542B207370}" dt="2023-02-28T00:22:43.137" v="4365"/>
          <ac:spMkLst>
            <pc:docMk/>
            <pc:sldMk cId="3030915119" sldId="303"/>
            <ac:spMk id="2" creationId="{D025B3D0-E22B-3833-4D0B-541807F6FEE5}"/>
          </ac:spMkLst>
        </pc:spChg>
        <pc:spChg chg="mod">
          <ac:chgData name="Matthew" userId="3004dbd67fb7f2ca" providerId="LiveId" clId="{2B884343-84AA-41A1-867F-80542B207370}" dt="2023-02-28T00:25:14.580" v="4801" actId="20577"/>
          <ac:spMkLst>
            <pc:docMk/>
            <pc:sldMk cId="3030915119" sldId="303"/>
            <ac:spMk id="3" creationId="{DA4A4F91-2569-5339-48E3-DCA34925B417}"/>
          </ac:spMkLst>
        </pc:spChg>
      </pc:sldChg>
    </pc:docChg>
  </pc:docChgLst>
  <pc:docChgLst>
    <pc:chgData name="Matthew" userId="3004dbd67fb7f2ca" providerId="LiveId" clId="{85E098C0-F33F-4195-A105-F7E16C4E2448}"/>
    <pc:docChg chg="undo redo custSel addSld delSld modSld sldOrd modSection">
      <pc:chgData name="Matthew" userId="3004dbd67fb7f2ca" providerId="LiveId" clId="{85E098C0-F33F-4195-A105-F7E16C4E2448}" dt="2023-03-26T22:14:54.061" v="3108" actId="20577"/>
      <pc:docMkLst>
        <pc:docMk/>
      </pc:docMkLst>
      <pc:sldChg chg="modSp mod">
        <pc:chgData name="Matthew" userId="3004dbd67fb7f2ca" providerId="LiveId" clId="{85E098C0-F33F-4195-A105-F7E16C4E2448}" dt="2023-03-25T18:27:13.244" v="19" actId="20577"/>
        <pc:sldMkLst>
          <pc:docMk/>
          <pc:sldMk cId="3216822840" sldId="256"/>
        </pc:sldMkLst>
        <pc:spChg chg="mod">
          <ac:chgData name="Matthew" userId="3004dbd67fb7f2ca" providerId="LiveId" clId="{85E098C0-F33F-4195-A105-F7E16C4E2448}" dt="2023-03-25T18:27:13.244" v="19" actId="20577"/>
          <ac:spMkLst>
            <pc:docMk/>
            <pc:sldMk cId="3216822840" sldId="256"/>
            <ac:spMk id="2" creationId="{427DBAE9-EF64-6E8D-397C-EBFEBF00850D}"/>
          </ac:spMkLst>
        </pc:spChg>
      </pc:sldChg>
      <pc:sldChg chg="addSp modSp add mod">
        <pc:chgData name="Matthew" userId="3004dbd67fb7f2ca" providerId="LiveId" clId="{85E098C0-F33F-4195-A105-F7E16C4E2448}" dt="2023-03-26T08:45:35.426" v="1444" actId="20577"/>
        <pc:sldMkLst>
          <pc:docMk/>
          <pc:sldMk cId="270513152" sldId="257"/>
        </pc:sldMkLst>
        <pc:spChg chg="mod">
          <ac:chgData name="Matthew" userId="3004dbd67fb7f2ca" providerId="LiveId" clId="{85E098C0-F33F-4195-A105-F7E16C4E2448}" dt="2023-03-26T02:03:03.912" v="1319" actId="20577"/>
          <ac:spMkLst>
            <pc:docMk/>
            <pc:sldMk cId="270513152" sldId="257"/>
            <ac:spMk id="2" creationId="{2B16E65A-A185-FEB8-425F-792826669772}"/>
          </ac:spMkLst>
        </pc:spChg>
        <pc:spChg chg="mod">
          <ac:chgData name="Matthew" userId="3004dbd67fb7f2ca" providerId="LiveId" clId="{85E098C0-F33F-4195-A105-F7E16C4E2448}" dt="2023-03-26T08:45:35.426" v="1444" actId="20577"/>
          <ac:spMkLst>
            <pc:docMk/>
            <pc:sldMk cId="270513152" sldId="257"/>
            <ac:spMk id="3" creationId="{1CADCDB1-1C1B-4F9B-B61A-317AF879883B}"/>
          </ac:spMkLst>
        </pc:spChg>
        <pc:spChg chg="add mod">
          <ac:chgData name="Matthew" userId="3004dbd67fb7f2ca" providerId="LiveId" clId="{85E098C0-F33F-4195-A105-F7E16C4E2448}" dt="2023-03-26T02:03:06.172" v="1320"/>
          <ac:spMkLst>
            <pc:docMk/>
            <pc:sldMk cId="270513152" sldId="257"/>
            <ac:spMk id="4" creationId="{CC0D3AAC-72F0-1909-6E36-B694D4D8FDFD}"/>
          </ac:spMkLst>
        </pc:spChg>
        <pc:spChg chg="add mod">
          <ac:chgData name="Matthew" userId="3004dbd67fb7f2ca" providerId="LiveId" clId="{85E098C0-F33F-4195-A105-F7E16C4E2448}" dt="2023-03-26T08:41:38.323" v="1406" actId="1076"/>
          <ac:spMkLst>
            <pc:docMk/>
            <pc:sldMk cId="270513152" sldId="257"/>
            <ac:spMk id="5" creationId="{936DDEEA-71A8-7077-DB93-2200122D3F64}"/>
          </ac:spMkLst>
        </pc:spChg>
      </pc:sldChg>
      <pc:sldChg chg="modSp add mod">
        <pc:chgData name="Matthew" userId="3004dbd67fb7f2ca" providerId="LiveId" clId="{85E098C0-F33F-4195-A105-F7E16C4E2448}" dt="2023-03-26T00:37:47.075" v="711" actId="20577"/>
        <pc:sldMkLst>
          <pc:docMk/>
          <pc:sldMk cId="3779076997" sldId="258"/>
        </pc:sldMkLst>
        <pc:spChg chg="mod">
          <ac:chgData name="Matthew" userId="3004dbd67fb7f2ca" providerId="LiveId" clId="{85E098C0-F33F-4195-A105-F7E16C4E2448}" dt="2023-03-26T00:35:59.827" v="685"/>
          <ac:spMkLst>
            <pc:docMk/>
            <pc:sldMk cId="3779076997" sldId="258"/>
            <ac:spMk id="2" creationId="{65065DD0-8089-3164-5C13-9E7E7B52F6C1}"/>
          </ac:spMkLst>
        </pc:spChg>
        <pc:spChg chg="mod">
          <ac:chgData name="Matthew" userId="3004dbd67fb7f2ca" providerId="LiveId" clId="{85E098C0-F33F-4195-A105-F7E16C4E2448}" dt="2023-03-26T00:37:47.075" v="711" actId="20577"/>
          <ac:spMkLst>
            <pc:docMk/>
            <pc:sldMk cId="3779076997" sldId="258"/>
            <ac:spMk id="3" creationId="{A9F05DDE-5A6A-D3B4-5D40-98966666A94D}"/>
          </ac:spMkLst>
        </pc:spChg>
      </pc:sldChg>
      <pc:sldChg chg="addSp delSp modSp add mod">
        <pc:chgData name="Matthew" userId="3004dbd67fb7f2ca" providerId="LiveId" clId="{85E098C0-F33F-4195-A105-F7E16C4E2448}" dt="2023-03-26T08:49:02.339" v="1461" actId="478"/>
        <pc:sldMkLst>
          <pc:docMk/>
          <pc:sldMk cId="1120358571" sldId="261"/>
        </pc:sldMkLst>
        <pc:spChg chg="mod">
          <ac:chgData name="Matthew" userId="3004dbd67fb7f2ca" providerId="LiveId" clId="{85E098C0-F33F-4195-A105-F7E16C4E2448}" dt="2023-03-26T00:41:23.115" v="777" actId="20577"/>
          <ac:spMkLst>
            <pc:docMk/>
            <pc:sldMk cId="1120358571" sldId="261"/>
            <ac:spMk id="2" creationId="{EB131A46-CE13-6C45-23A5-183DA9FD4659}"/>
          </ac:spMkLst>
        </pc:spChg>
        <pc:spChg chg="del mod">
          <ac:chgData name="Matthew" userId="3004dbd67fb7f2ca" providerId="LiveId" clId="{85E098C0-F33F-4195-A105-F7E16C4E2448}" dt="2023-03-26T08:49:02.339" v="1461" actId="478"/>
          <ac:spMkLst>
            <pc:docMk/>
            <pc:sldMk cId="1120358571" sldId="261"/>
            <ac:spMk id="3" creationId="{3AEEB0A5-5ED5-E100-F6EB-6395885166CD}"/>
          </ac:spMkLst>
        </pc:spChg>
        <pc:spChg chg="add mod">
          <ac:chgData name="Matthew" userId="3004dbd67fb7f2ca" providerId="LiveId" clId="{85E098C0-F33F-4195-A105-F7E16C4E2448}" dt="2023-03-26T08:49:00.852" v="1460" actId="1076"/>
          <ac:spMkLst>
            <pc:docMk/>
            <pc:sldMk cId="1120358571" sldId="261"/>
            <ac:spMk id="4" creationId="{3A32D5D4-4906-772B-6EFD-8498568962E9}"/>
          </ac:spMkLst>
        </pc:spChg>
      </pc:sldChg>
      <pc:sldChg chg="addSp delSp modSp add mod">
        <pc:chgData name="Matthew" userId="3004dbd67fb7f2ca" providerId="LiveId" clId="{85E098C0-F33F-4195-A105-F7E16C4E2448}" dt="2023-03-26T09:01:24.725" v="1473" actId="1076"/>
        <pc:sldMkLst>
          <pc:docMk/>
          <pc:sldMk cId="1205907087" sldId="262"/>
        </pc:sldMkLst>
        <pc:spChg chg="mod">
          <ac:chgData name="Matthew" userId="3004dbd67fb7f2ca" providerId="LiveId" clId="{85E098C0-F33F-4195-A105-F7E16C4E2448}" dt="2023-03-26T00:41:40.410" v="782" actId="20577"/>
          <ac:spMkLst>
            <pc:docMk/>
            <pc:sldMk cId="1205907087" sldId="262"/>
            <ac:spMk id="2" creationId="{6025700D-E586-FC3A-F16B-3DB2CA478D06}"/>
          </ac:spMkLst>
        </pc:spChg>
        <pc:spChg chg="del mod">
          <ac:chgData name="Matthew" userId="3004dbd67fb7f2ca" providerId="LiveId" clId="{85E098C0-F33F-4195-A105-F7E16C4E2448}" dt="2023-03-26T09:01:06.184" v="1472" actId="478"/>
          <ac:spMkLst>
            <pc:docMk/>
            <pc:sldMk cId="1205907087" sldId="262"/>
            <ac:spMk id="3" creationId="{B22ACE4B-C014-9C65-A52A-89EB4C01DD3C}"/>
          </ac:spMkLst>
        </pc:spChg>
        <pc:spChg chg="add mod">
          <ac:chgData name="Matthew" userId="3004dbd67fb7f2ca" providerId="LiveId" clId="{85E098C0-F33F-4195-A105-F7E16C4E2448}" dt="2023-03-26T09:01:24.725" v="1473" actId="1076"/>
          <ac:spMkLst>
            <pc:docMk/>
            <pc:sldMk cId="1205907087" sldId="262"/>
            <ac:spMk id="4" creationId="{08B55856-01C6-8F09-E4F7-18C6A0541D84}"/>
          </ac:spMkLst>
        </pc:spChg>
      </pc:sldChg>
      <pc:sldChg chg="addSp modSp add mod">
        <pc:chgData name="Matthew" userId="3004dbd67fb7f2ca" providerId="LiveId" clId="{85E098C0-F33F-4195-A105-F7E16C4E2448}" dt="2023-03-26T09:02:11.521" v="1485" actId="1076"/>
        <pc:sldMkLst>
          <pc:docMk/>
          <pc:sldMk cId="2101629207" sldId="263"/>
        </pc:sldMkLst>
        <pc:spChg chg="mod">
          <ac:chgData name="Matthew" userId="3004dbd67fb7f2ca" providerId="LiveId" clId="{85E098C0-F33F-4195-A105-F7E16C4E2448}" dt="2023-03-26T00:41:46.650" v="787" actId="20577"/>
          <ac:spMkLst>
            <pc:docMk/>
            <pc:sldMk cId="2101629207" sldId="263"/>
            <ac:spMk id="2" creationId="{20EB3DAC-53F2-A114-40EF-5D07BD959905}"/>
          </ac:spMkLst>
        </pc:spChg>
        <pc:spChg chg="mod">
          <ac:chgData name="Matthew" userId="3004dbd67fb7f2ca" providerId="LiveId" clId="{85E098C0-F33F-4195-A105-F7E16C4E2448}" dt="2023-03-26T09:01:38.290" v="1478" actId="20577"/>
          <ac:spMkLst>
            <pc:docMk/>
            <pc:sldMk cId="2101629207" sldId="263"/>
            <ac:spMk id="3" creationId="{F75CC02D-1AFD-C5CE-60A7-8E0F48E2B36B}"/>
          </ac:spMkLst>
        </pc:spChg>
        <pc:spChg chg="add mod">
          <ac:chgData name="Matthew" userId="3004dbd67fb7f2ca" providerId="LiveId" clId="{85E098C0-F33F-4195-A105-F7E16C4E2448}" dt="2023-03-26T00:45:27.749" v="955" actId="14100"/>
          <ac:spMkLst>
            <pc:docMk/>
            <pc:sldMk cId="2101629207" sldId="263"/>
            <ac:spMk id="4" creationId="{F82C2B5A-23BB-A22F-9BD3-A38BE03F52CB}"/>
          </ac:spMkLst>
        </pc:spChg>
        <pc:spChg chg="add mod">
          <ac:chgData name="Matthew" userId="3004dbd67fb7f2ca" providerId="LiveId" clId="{85E098C0-F33F-4195-A105-F7E16C4E2448}" dt="2023-03-26T09:02:11.521" v="1485" actId="1076"/>
          <ac:spMkLst>
            <pc:docMk/>
            <pc:sldMk cId="2101629207" sldId="263"/>
            <ac:spMk id="5" creationId="{7076FE3C-F41E-6BA6-A073-6C205848E48E}"/>
          </ac:spMkLst>
        </pc:spChg>
      </pc:sldChg>
      <pc:sldChg chg="addSp modSp add mod">
        <pc:chgData name="Matthew" userId="3004dbd67fb7f2ca" providerId="LiveId" clId="{85E098C0-F33F-4195-A105-F7E16C4E2448}" dt="2023-03-26T09:12:10.120" v="1675" actId="1076"/>
        <pc:sldMkLst>
          <pc:docMk/>
          <pc:sldMk cId="3064496876" sldId="264"/>
        </pc:sldMkLst>
        <pc:spChg chg="mod">
          <ac:chgData name="Matthew" userId="3004dbd67fb7f2ca" providerId="LiveId" clId="{85E098C0-F33F-4195-A105-F7E16C4E2448}" dt="2023-03-26T01:59:20.370" v="1239" actId="20577"/>
          <ac:spMkLst>
            <pc:docMk/>
            <pc:sldMk cId="3064496876" sldId="264"/>
            <ac:spMk id="2" creationId="{A0791FD9-6B43-5BA9-3F92-A4DCF0AFF0D4}"/>
          </ac:spMkLst>
        </pc:spChg>
        <pc:spChg chg="mod">
          <ac:chgData name="Matthew" userId="3004dbd67fb7f2ca" providerId="LiveId" clId="{85E098C0-F33F-4195-A105-F7E16C4E2448}" dt="2023-03-26T09:11:17.114" v="1668" actId="20577"/>
          <ac:spMkLst>
            <pc:docMk/>
            <pc:sldMk cId="3064496876" sldId="264"/>
            <ac:spMk id="3" creationId="{302801AA-8CD9-7914-B2D5-97C7A906A63D}"/>
          </ac:spMkLst>
        </pc:spChg>
        <pc:spChg chg="add mod">
          <ac:chgData name="Matthew" userId="3004dbd67fb7f2ca" providerId="LiveId" clId="{85E098C0-F33F-4195-A105-F7E16C4E2448}" dt="2023-03-26T01:57:39.410" v="1218" actId="20577"/>
          <ac:spMkLst>
            <pc:docMk/>
            <pc:sldMk cId="3064496876" sldId="264"/>
            <ac:spMk id="4" creationId="{4C46A777-6E54-3AAE-E3B6-14DA0B7A3196}"/>
          </ac:spMkLst>
        </pc:spChg>
        <pc:spChg chg="add mod">
          <ac:chgData name="Matthew" userId="3004dbd67fb7f2ca" providerId="LiveId" clId="{85E098C0-F33F-4195-A105-F7E16C4E2448}" dt="2023-03-26T09:12:10.120" v="1675" actId="1076"/>
          <ac:spMkLst>
            <pc:docMk/>
            <pc:sldMk cId="3064496876" sldId="264"/>
            <ac:spMk id="5" creationId="{C2517F17-9D7B-04E7-C60B-10659A666FFB}"/>
          </ac:spMkLst>
        </pc:spChg>
      </pc:sldChg>
      <pc:sldChg chg="addSp modSp add mod">
        <pc:chgData name="Matthew" userId="3004dbd67fb7f2ca" providerId="LiveId" clId="{85E098C0-F33F-4195-A105-F7E16C4E2448}" dt="2023-03-26T13:54:14.564" v="1781" actId="1076"/>
        <pc:sldMkLst>
          <pc:docMk/>
          <pc:sldMk cId="300082966" sldId="265"/>
        </pc:sldMkLst>
        <pc:spChg chg="mod">
          <ac:chgData name="Matthew" userId="3004dbd67fb7f2ca" providerId="LiveId" clId="{85E098C0-F33F-4195-A105-F7E16C4E2448}" dt="2023-03-26T01:59:30.845" v="1245" actId="20577"/>
          <ac:spMkLst>
            <pc:docMk/>
            <pc:sldMk cId="300082966" sldId="265"/>
            <ac:spMk id="2" creationId="{0562A4FC-B647-4CE2-B6B5-46EF2B41781D}"/>
          </ac:spMkLst>
        </pc:spChg>
        <pc:spChg chg="mod">
          <ac:chgData name="Matthew" userId="3004dbd67fb7f2ca" providerId="LiveId" clId="{85E098C0-F33F-4195-A105-F7E16C4E2448}" dt="2023-03-26T13:53:49.340" v="1774" actId="14100"/>
          <ac:spMkLst>
            <pc:docMk/>
            <pc:sldMk cId="300082966" sldId="265"/>
            <ac:spMk id="3" creationId="{A52C0D49-26B8-90C5-5748-3AFEB60C2026}"/>
          </ac:spMkLst>
        </pc:spChg>
        <pc:spChg chg="add mod">
          <ac:chgData name="Matthew" userId="3004dbd67fb7f2ca" providerId="LiveId" clId="{85E098C0-F33F-4195-A105-F7E16C4E2448}" dt="2023-03-26T02:00:01.694" v="1250"/>
          <ac:spMkLst>
            <pc:docMk/>
            <pc:sldMk cId="300082966" sldId="265"/>
            <ac:spMk id="4" creationId="{EFAED4E5-B7D2-C5EC-6500-29945DFE0772}"/>
          </ac:spMkLst>
        </pc:spChg>
        <pc:spChg chg="add mod">
          <ac:chgData name="Matthew" userId="3004dbd67fb7f2ca" providerId="LiveId" clId="{85E098C0-F33F-4195-A105-F7E16C4E2448}" dt="2023-03-26T13:54:14.564" v="1781" actId="1076"/>
          <ac:spMkLst>
            <pc:docMk/>
            <pc:sldMk cId="300082966" sldId="265"/>
            <ac:spMk id="5" creationId="{4282C658-C707-9FDE-9300-CA077BB9A6E6}"/>
          </ac:spMkLst>
        </pc:spChg>
      </pc:sldChg>
      <pc:sldChg chg="addSp modSp add mod">
        <pc:chgData name="Matthew" userId="3004dbd67fb7f2ca" providerId="LiveId" clId="{85E098C0-F33F-4195-A105-F7E16C4E2448}" dt="2023-03-26T13:51:30.458" v="1750" actId="6549"/>
        <pc:sldMkLst>
          <pc:docMk/>
          <pc:sldMk cId="1555288469" sldId="266"/>
        </pc:sldMkLst>
        <pc:spChg chg="mod">
          <ac:chgData name="Matthew" userId="3004dbd67fb7f2ca" providerId="LiveId" clId="{85E098C0-F33F-4195-A105-F7E16C4E2448}" dt="2023-03-26T02:00:38.350" v="1269" actId="20577"/>
          <ac:spMkLst>
            <pc:docMk/>
            <pc:sldMk cId="1555288469" sldId="266"/>
            <ac:spMk id="2" creationId="{B95833F3-A10A-FED4-4200-97E338919538}"/>
          </ac:spMkLst>
        </pc:spChg>
        <pc:spChg chg="mod">
          <ac:chgData name="Matthew" userId="3004dbd67fb7f2ca" providerId="LiveId" clId="{85E098C0-F33F-4195-A105-F7E16C4E2448}" dt="2023-03-26T13:51:30.458" v="1750" actId="6549"/>
          <ac:spMkLst>
            <pc:docMk/>
            <pc:sldMk cId="1555288469" sldId="266"/>
            <ac:spMk id="3" creationId="{D657DCDB-B0DE-8366-887A-2D71F3FD3419}"/>
          </ac:spMkLst>
        </pc:spChg>
        <pc:spChg chg="add mod">
          <ac:chgData name="Matthew" userId="3004dbd67fb7f2ca" providerId="LiveId" clId="{85E098C0-F33F-4195-A105-F7E16C4E2448}" dt="2023-03-26T02:01:17.249" v="1274"/>
          <ac:spMkLst>
            <pc:docMk/>
            <pc:sldMk cId="1555288469" sldId="266"/>
            <ac:spMk id="4" creationId="{EB6DBE00-1B94-438B-41E1-98E5EDACE52E}"/>
          </ac:spMkLst>
        </pc:spChg>
        <pc:spChg chg="add mod">
          <ac:chgData name="Matthew" userId="3004dbd67fb7f2ca" providerId="LiveId" clId="{85E098C0-F33F-4195-A105-F7E16C4E2448}" dt="2023-03-26T13:51:11.913" v="1730" actId="1076"/>
          <ac:spMkLst>
            <pc:docMk/>
            <pc:sldMk cId="1555288469" sldId="266"/>
            <ac:spMk id="5" creationId="{6E97ECF6-F604-BC5B-DFB1-4CC42D5CD2A9}"/>
          </ac:spMkLst>
        </pc:spChg>
      </pc:sldChg>
      <pc:sldChg chg="addSp modSp add mod">
        <pc:chgData name="Matthew" userId="3004dbd67fb7f2ca" providerId="LiveId" clId="{85E098C0-F33F-4195-A105-F7E16C4E2448}" dt="2023-03-26T09:13:25.626" v="1694" actId="1076"/>
        <pc:sldMkLst>
          <pc:docMk/>
          <pc:sldMk cId="3855069808" sldId="267"/>
        </pc:sldMkLst>
        <pc:spChg chg="mod">
          <ac:chgData name="Matthew" userId="3004dbd67fb7f2ca" providerId="LiveId" clId="{85E098C0-F33F-4195-A105-F7E16C4E2448}" dt="2023-03-26T01:59:14.146" v="1238" actId="113"/>
          <ac:spMkLst>
            <pc:docMk/>
            <pc:sldMk cId="3855069808" sldId="267"/>
            <ac:spMk id="2" creationId="{1B528E5E-464A-46FB-59F0-8C67B83842BC}"/>
          </ac:spMkLst>
        </pc:spChg>
        <pc:spChg chg="mod">
          <ac:chgData name="Matthew" userId="3004dbd67fb7f2ca" providerId="LiveId" clId="{85E098C0-F33F-4195-A105-F7E16C4E2448}" dt="2023-03-26T09:12:45.158" v="1687" actId="20577"/>
          <ac:spMkLst>
            <pc:docMk/>
            <pc:sldMk cId="3855069808" sldId="267"/>
            <ac:spMk id="3" creationId="{A003CB88-10B9-356F-4D2B-0CDCC2A91753}"/>
          </ac:spMkLst>
        </pc:spChg>
        <pc:spChg chg="add mod">
          <ac:chgData name="Matthew" userId="3004dbd67fb7f2ca" providerId="LiveId" clId="{85E098C0-F33F-4195-A105-F7E16C4E2448}" dt="2023-03-26T01:58:47.206" v="1230"/>
          <ac:spMkLst>
            <pc:docMk/>
            <pc:sldMk cId="3855069808" sldId="267"/>
            <ac:spMk id="4" creationId="{417C96FE-5D29-D94B-7FEF-537CA23BF67B}"/>
          </ac:spMkLst>
        </pc:spChg>
        <pc:spChg chg="add mod">
          <ac:chgData name="Matthew" userId="3004dbd67fb7f2ca" providerId="LiveId" clId="{85E098C0-F33F-4195-A105-F7E16C4E2448}" dt="2023-03-26T09:13:25.626" v="1694" actId="1076"/>
          <ac:spMkLst>
            <pc:docMk/>
            <pc:sldMk cId="3855069808" sldId="267"/>
            <ac:spMk id="5" creationId="{FAD91E2F-ED2B-99BD-E41D-4BB9F02299CE}"/>
          </ac:spMkLst>
        </pc:spChg>
      </pc:sldChg>
      <pc:sldChg chg="addSp modSp add mod">
        <pc:chgData name="Matthew" userId="3004dbd67fb7f2ca" providerId="LiveId" clId="{85E098C0-F33F-4195-A105-F7E16C4E2448}" dt="2023-03-26T13:52:24.700" v="1763" actId="1076"/>
        <pc:sldMkLst>
          <pc:docMk/>
          <pc:sldMk cId="4192665158" sldId="268"/>
        </pc:sldMkLst>
        <pc:spChg chg="mod">
          <ac:chgData name="Matthew" userId="3004dbd67fb7f2ca" providerId="LiveId" clId="{85E098C0-F33F-4195-A105-F7E16C4E2448}" dt="2023-03-26T02:00:21.815" v="1263" actId="20577"/>
          <ac:spMkLst>
            <pc:docMk/>
            <pc:sldMk cId="4192665158" sldId="268"/>
            <ac:spMk id="2" creationId="{DAE4D594-ACF4-A6D1-05E5-11B30C57CF3B}"/>
          </ac:spMkLst>
        </pc:spChg>
        <pc:spChg chg="mod">
          <ac:chgData name="Matthew" userId="3004dbd67fb7f2ca" providerId="LiveId" clId="{85E098C0-F33F-4195-A105-F7E16C4E2448}" dt="2023-03-26T13:51:47.659" v="1757" actId="20577"/>
          <ac:spMkLst>
            <pc:docMk/>
            <pc:sldMk cId="4192665158" sldId="268"/>
            <ac:spMk id="3" creationId="{F489F728-1FB1-BE3E-8987-DE1BB986BDCF}"/>
          </ac:spMkLst>
        </pc:spChg>
        <pc:spChg chg="add mod">
          <ac:chgData name="Matthew" userId="3004dbd67fb7f2ca" providerId="LiveId" clId="{85E098C0-F33F-4195-A105-F7E16C4E2448}" dt="2023-03-26T02:00:12.121" v="1255"/>
          <ac:spMkLst>
            <pc:docMk/>
            <pc:sldMk cId="4192665158" sldId="268"/>
            <ac:spMk id="4" creationId="{195EE182-9C4D-FF04-98DE-B3DF103CE6D6}"/>
          </ac:spMkLst>
        </pc:spChg>
        <pc:spChg chg="add mod">
          <ac:chgData name="Matthew" userId="3004dbd67fb7f2ca" providerId="LiveId" clId="{85E098C0-F33F-4195-A105-F7E16C4E2448}" dt="2023-03-26T13:52:24.700" v="1763" actId="1076"/>
          <ac:spMkLst>
            <pc:docMk/>
            <pc:sldMk cId="4192665158" sldId="268"/>
            <ac:spMk id="5" creationId="{30BFBC37-E1A0-1A4B-D2E5-EB48B03EBA63}"/>
          </ac:spMkLst>
        </pc:spChg>
      </pc:sldChg>
      <pc:sldChg chg="addSp modSp add mod">
        <pc:chgData name="Matthew" userId="3004dbd67fb7f2ca" providerId="LiveId" clId="{85E098C0-F33F-4195-A105-F7E16C4E2448}" dt="2023-03-26T08:45:24.533" v="1441" actId="20577"/>
        <pc:sldMkLst>
          <pc:docMk/>
          <pc:sldMk cId="4213749051" sldId="269"/>
        </pc:sldMkLst>
        <pc:spChg chg="mod">
          <ac:chgData name="Matthew" userId="3004dbd67fb7f2ca" providerId="LiveId" clId="{85E098C0-F33F-4195-A105-F7E16C4E2448}" dt="2023-03-26T02:02:03.044" v="1298" actId="20577"/>
          <ac:spMkLst>
            <pc:docMk/>
            <pc:sldMk cId="4213749051" sldId="269"/>
            <ac:spMk id="2" creationId="{E819DEA8-532A-D00B-5ABC-1ECD1D978C74}"/>
          </ac:spMkLst>
        </pc:spChg>
        <pc:spChg chg="mod">
          <ac:chgData name="Matthew" userId="3004dbd67fb7f2ca" providerId="LiveId" clId="{85E098C0-F33F-4195-A105-F7E16C4E2448}" dt="2023-03-26T08:45:24.533" v="1441" actId="20577"/>
          <ac:spMkLst>
            <pc:docMk/>
            <pc:sldMk cId="4213749051" sldId="269"/>
            <ac:spMk id="3" creationId="{5DA719AC-3BD5-2713-2873-E637FCA78D7D}"/>
          </ac:spMkLst>
        </pc:spChg>
        <pc:spChg chg="add mod">
          <ac:chgData name="Matthew" userId="3004dbd67fb7f2ca" providerId="LiveId" clId="{85E098C0-F33F-4195-A105-F7E16C4E2448}" dt="2023-03-26T02:02:06.859" v="1299"/>
          <ac:spMkLst>
            <pc:docMk/>
            <pc:sldMk cId="4213749051" sldId="269"/>
            <ac:spMk id="4" creationId="{05A4CE95-52A8-2348-4EFA-8315428CAAB5}"/>
          </ac:spMkLst>
        </pc:spChg>
        <pc:spChg chg="add mod">
          <ac:chgData name="Matthew" userId="3004dbd67fb7f2ca" providerId="LiveId" clId="{85E098C0-F33F-4195-A105-F7E16C4E2448}" dt="2023-03-26T08:44:57.234" v="1435" actId="1076"/>
          <ac:spMkLst>
            <pc:docMk/>
            <pc:sldMk cId="4213749051" sldId="269"/>
            <ac:spMk id="5" creationId="{EE2B7F2B-6BA5-8A30-1299-72AAFCC12A83}"/>
          </ac:spMkLst>
        </pc:spChg>
      </pc:sldChg>
      <pc:sldChg chg="addSp modSp add mod">
        <pc:chgData name="Matthew" userId="3004dbd67fb7f2ca" providerId="LiveId" clId="{85E098C0-F33F-4195-A105-F7E16C4E2448}" dt="2023-03-26T08:45:30.401" v="1442" actId="20577"/>
        <pc:sldMkLst>
          <pc:docMk/>
          <pc:sldMk cId="2080819474" sldId="270"/>
        </pc:sldMkLst>
        <pc:spChg chg="mod">
          <ac:chgData name="Matthew" userId="3004dbd67fb7f2ca" providerId="LiveId" clId="{85E098C0-F33F-4195-A105-F7E16C4E2448}" dt="2023-03-26T02:02:40.265" v="1305" actId="20577"/>
          <ac:spMkLst>
            <pc:docMk/>
            <pc:sldMk cId="2080819474" sldId="270"/>
            <ac:spMk id="2" creationId="{259A4C0A-FE95-2552-9E34-5702DB58A6E2}"/>
          </ac:spMkLst>
        </pc:spChg>
        <pc:spChg chg="mod">
          <ac:chgData name="Matthew" userId="3004dbd67fb7f2ca" providerId="LiveId" clId="{85E098C0-F33F-4195-A105-F7E16C4E2448}" dt="2023-03-26T08:45:30.401" v="1442" actId="20577"/>
          <ac:spMkLst>
            <pc:docMk/>
            <pc:sldMk cId="2080819474" sldId="270"/>
            <ac:spMk id="3" creationId="{6CD75993-0C10-117E-C47C-721A25B246A6}"/>
          </ac:spMkLst>
        </pc:spChg>
        <pc:spChg chg="add mod">
          <ac:chgData name="Matthew" userId="3004dbd67fb7f2ca" providerId="LiveId" clId="{85E098C0-F33F-4195-A105-F7E16C4E2448}" dt="2023-03-26T02:02:47.833" v="1309"/>
          <ac:spMkLst>
            <pc:docMk/>
            <pc:sldMk cId="2080819474" sldId="270"/>
            <ac:spMk id="4" creationId="{7924DA2C-36A9-A7C8-CC5B-00AF95ED89E8}"/>
          </ac:spMkLst>
        </pc:spChg>
        <pc:spChg chg="add mod">
          <ac:chgData name="Matthew" userId="3004dbd67fb7f2ca" providerId="LiveId" clId="{85E098C0-F33F-4195-A105-F7E16C4E2448}" dt="2023-03-26T08:42:55.940" v="1419" actId="14100"/>
          <ac:spMkLst>
            <pc:docMk/>
            <pc:sldMk cId="2080819474" sldId="270"/>
            <ac:spMk id="5" creationId="{EFE897A2-762B-42D2-38D3-34CB2673933F}"/>
          </ac:spMkLst>
        </pc:spChg>
        <pc:spChg chg="add mod">
          <ac:chgData name="Matthew" userId="3004dbd67fb7f2ca" providerId="LiveId" clId="{85E098C0-F33F-4195-A105-F7E16C4E2448}" dt="2023-03-26T08:43:27.711" v="1426" actId="1076"/>
          <ac:spMkLst>
            <pc:docMk/>
            <pc:sldMk cId="2080819474" sldId="270"/>
            <ac:spMk id="6" creationId="{34F50E2D-57A0-338D-324B-CCDFCA2B499D}"/>
          </ac:spMkLst>
        </pc:spChg>
      </pc:sldChg>
      <pc:sldChg chg="addSp modSp add mod">
        <pc:chgData name="Matthew" userId="3004dbd67fb7f2ca" providerId="LiveId" clId="{85E098C0-F33F-4195-A105-F7E16C4E2448}" dt="2023-03-26T08:47:17.204" v="1452" actId="1076"/>
        <pc:sldMkLst>
          <pc:docMk/>
          <pc:sldMk cId="6113290" sldId="271"/>
        </pc:sldMkLst>
        <pc:spChg chg="mod">
          <ac:chgData name="Matthew" userId="3004dbd67fb7f2ca" providerId="LiveId" clId="{85E098C0-F33F-4195-A105-F7E16C4E2448}" dt="2023-03-26T02:01:37.094" v="1282" actId="20577"/>
          <ac:spMkLst>
            <pc:docMk/>
            <pc:sldMk cId="6113290" sldId="271"/>
            <ac:spMk id="2" creationId="{9E57EF21-D423-CEEA-AE1E-8588CA5ADBAA}"/>
          </ac:spMkLst>
        </pc:spChg>
        <pc:spChg chg="mod">
          <ac:chgData name="Matthew" userId="3004dbd67fb7f2ca" providerId="LiveId" clId="{85E098C0-F33F-4195-A105-F7E16C4E2448}" dt="2023-03-26T08:45:15.577" v="1438" actId="20577"/>
          <ac:spMkLst>
            <pc:docMk/>
            <pc:sldMk cId="6113290" sldId="271"/>
            <ac:spMk id="3" creationId="{0691F491-CF15-F78B-B4B9-5774298DCAA8}"/>
          </ac:spMkLst>
        </pc:spChg>
        <pc:spChg chg="add mod">
          <ac:chgData name="Matthew" userId="3004dbd67fb7f2ca" providerId="LiveId" clId="{85E098C0-F33F-4195-A105-F7E16C4E2448}" dt="2023-03-26T02:01:44.491" v="1287"/>
          <ac:spMkLst>
            <pc:docMk/>
            <pc:sldMk cId="6113290" sldId="271"/>
            <ac:spMk id="4" creationId="{D33D5D41-2FC7-3C15-C563-E0DDCBE32F4B}"/>
          </ac:spMkLst>
        </pc:spChg>
        <pc:spChg chg="add mod">
          <ac:chgData name="Matthew" userId="3004dbd67fb7f2ca" providerId="LiveId" clId="{85E098C0-F33F-4195-A105-F7E16C4E2448}" dt="2023-03-26T08:47:17.204" v="1452" actId="1076"/>
          <ac:spMkLst>
            <pc:docMk/>
            <pc:sldMk cId="6113290" sldId="271"/>
            <ac:spMk id="5" creationId="{3E54ECF8-13EF-A42B-6624-C2DE60EB9E5E}"/>
          </ac:spMkLst>
        </pc:spChg>
      </pc:sldChg>
      <pc:sldChg chg="modSp mod">
        <pc:chgData name="Matthew" userId="3004dbd67fb7f2ca" providerId="LiveId" clId="{85E098C0-F33F-4195-A105-F7E16C4E2448}" dt="2023-03-25T18:26:54.973" v="5" actId="20577"/>
        <pc:sldMkLst>
          <pc:docMk/>
          <pc:sldMk cId="3696798408" sldId="286"/>
        </pc:sldMkLst>
        <pc:spChg chg="mod">
          <ac:chgData name="Matthew" userId="3004dbd67fb7f2ca" providerId="LiveId" clId="{85E098C0-F33F-4195-A105-F7E16C4E2448}" dt="2023-03-25T18:26:54.973" v="5" actId="20577"/>
          <ac:spMkLst>
            <pc:docMk/>
            <pc:sldMk cId="3696798408" sldId="286"/>
            <ac:spMk id="3" creationId="{D6BF1FEB-41FE-ED53-3805-DD2B95E79528}"/>
          </ac:spMkLst>
        </pc:spChg>
      </pc:sldChg>
      <pc:sldChg chg="del">
        <pc:chgData name="Matthew" userId="3004dbd67fb7f2ca" providerId="LiveId" clId="{85E098C0-F33F-4195-A105-F7E16C4E2448}" dt="2023-03-25T18:27:03.958" v="6" actId="47"/>
        <pc:sldMkLst>
          <pc:docMk/>
          <pc:sldMk cId="1953962605" sldId="287"/>
        </pc:sldMkLst>
      </pc:sldChg>
      <pc:sldChg chg="addSp modSp new mod">
        <pc:chgData name="Matthew" userId="3004dbd67fb7f2ca" providerId="LiveId" clId="{85E098C0-F33F-4195-A105-F7E16C4E2448}" dt="2023-03-26T00:35:41.950" v="684" actId="1076"/>
        <pc:sldMkLst>
          <pc:docMk/>
          <pc:sldMk cId="3634267923" sldId="287"/>
        </pc:sldMkLst>
        <pc:spChg chg="mod">
          <ac:chgData name="Matthew" userId="3004dbd67fb7f2ca" providerId="LiveId" clId="{85E098C0-F33F-4195-A105-F7E16C4E2448}" dt="2023-03-25T23:45:08.304" v="48" actId="20577"/>
          <ac:spMkLst>
            <pc:docMk/>
            <pc:sldMk cId="3634267923" sldId="287"/>
            <ac:spMk id="2" creationId="{2C9C2BA1-3092-CB58-9AE5-79351E962DE7}"/>
          </ac:spMkLst>
        </pc:spChg>
        <pc:spChg chg="mod">
          <ac:chgData name="Matthew" userId="3004dbd67fb7f2ca" providerId="LiveId" clId="{85E098C0-F33F-4195-A105-F7E16C4E2448}" dt="2023-03-25T23:46:47.982" v="361" actId="20577"/>
          <ac:spMkLst>
            <pc:docMk/>
            <pc:sldMk cId="3634267923" sldId="287"/>
            <ac:spMk id="3" creationId="{C08CC875-856D-83DB-C601-7F43C5800E47}"/>
          </ac:spMkLst>
        </pc:spChg>
        <pc:spChg chg="add mod">
          <ac:chgData name="Matthew" userId="3004dbd67fb7f2ca" providerId="LiveId" clId="{85E098C0-F33F-4195-A105-F7E16C4E2448}" dt="2023-03-26T00:35:41.950" v="684" actId="1076"/>
          <ac:spMkLst>
            <pc:docMk/>
            <pc:sldMk cId="3634267923" sldId="287"/>
            <ac:spMk id="4" creationId="{3097BE2B-4506-9F15-4AB8-05A34D5B3257}"/>
          </ac:spMkLst>
        </pc:spChg>
      </pc:sldChg>
      <pc:sldChg chg="addSp delSp modSp add mod">
        <pc:chgData name="Matthew" userId="3004dbd67fb7f2ca" providerId="LiveId" clId="{85E098C0-F33F-4195-A105-F7E16C4E2448}" dt="2023-03-26T00:39:13.800" v="769" actId="20577"/>
        <pc:sldMkLst>
          <pc:docMk/>
          <pc:sldMk cId="626335414" sldId="288"/>
        </pc:sldMkLst>
        <pc:spChg chg="mod">
          <ac:chgData name="Matthew" userId="3004dbd67fb7f2ca" providerId="LiveId" clId="{85E098C0-F33F-4195-A105-F7E16C4E2448}" dt="2023-03-26T00:36:58.202" v="703"/>
          <ac:spMkLst>
            <pc:docMk/>
            <pc:sldMk cId="626335414" sldId="288"/>
            <ac:spMk id="2" creationId="{65065DD0-8089-3164-5C13-9E7E7B52F6C1}"/>
          </ac:spMkLst>
        </pc:spChg>
        <pc:spChg chg="mod">
          <ac:chgData name="Matthew" userId="3004dbd67fb7f2ca" providerId="LiveId" clId="{85E098C0-F33F-4195-A105-F7E16C4E2448}" dt="2023-03-26T00:39:13.800" v="769" actId="20577"/>
          <ac:spMkLst>
            <pc:docMk/>
            <pc:sldMk cId="626335414" sldId="288"/>
            <ac:spMk id="3" creationId="{A9F05DDE-5A6A-D3B4-5D40-98966666A94D}"/>
          </ac:spMkLst>
        </pc:spChg>
        <pc:spChg chg="mod">
          <ac:chgData name="Matthew" userId="3004dbd67fb7f2ca" providerId="LiveId" clId="{85E098C0-F33F-4195-A105-F7E16C4E2448}" dt="2023-03-26T00:00:10.930" v="441" actId="14100"/>
          <ac:spMkLst>
            <pc:docMk/>
            <pc:sldMk cId="626335414" sldId="288"/>
            <ac:spMk id="4" creationId="{6D15DB6F-7311-98AD-432E-AFD1AA356137}"/>
          </ac:spMkLst>
        </pc:spChg>
        <pc:spChg chg="add del mod">
          <ac:chgData name="Matthew" userId="3004dbd67fb7f2ca" providerId="LiveId" clId="{85E098C0-F33F-4195-A105-F7E16C4E2448}" dt="2023-03-26T00:05:16.887" v="580" actId="478"/>
          <ac:spMkLst>
            <pc:docMk/>
            <pc:sldMk cId="626335414" sldId="288"/>
            <ac:spMk id="5" creationId="{F586901D-1E40-4B6A-9EC3-BACC1655B747}"/>
          </ac:spMkLst>
        </pc:spChg>
      </pc:sldChg>
      <pc:sldChg chg="del">
        <pc:chgData name="Matthew" userId="3004dbd67fb7f2ca" providerId="LiveId" clId="{85E098C0-F33F-4195-A105-F7E16C4E2448}" dt="2023-03-25T18:27:03.958" v="6" actId="47"/>
        <pc:sldMkLst>
          <pc:docMk/>
          <pc:sldMk cId="885429111" sldId="288"/>
        </pc:sldMkLst>
      </pc:sldChg>
      <pc:sldChg chg="modSp add mod">
        <pc:chgData name="Matthew" userId="3004dbd67fb7f2ca" providerId="LiveId" clId="{85E098C0-F33F-4195-A105-F7E16C4E2448}" dt="2023-03-26T00:38:59.655" v="751" actId="20577"/>
        <pc:sldMkLst>
          <pc:docMk/>
          <pc:sldMk cId="2011004219" sldId="289"/>
        </pc:sldMkLst>
        <pc:spChg chg="mod">
          <ac:chgData name="Matthew" userId="3004dbd67fb7f2ca" providerId="LiveId" clId="{85E098C0-F33F-4195-A105-F7E16C4E2448}" dt="2023-03-25T23:56:07.940" v="398"/>
          <ac:spMkLst>
            <pc:docMk/>
            <pc:sldMk cId="2011004219" sldId="289"/>
            <ac:spMk id="2" creationId="{65065DD0-8089-3164-5C13-9E7E7B52F6C1}"/>
          </ac:spMkLst>
        </pc:spChg>
        <pc:spChg chg="mod">
          <ac:chgData name="Matthew" userId="3004dbd67fb7f2ca" providerId="LiveId" clId="{85E098C0-F33F-4195-A105-F7E16C4E2448}" dt="2023-03-26T00:38:59.655" v="751" actId="20577"/>
          <ac:spMkLst>
            <pc:docMk/>
            <pc:sldMk cId="2011004219" sldId="289"/>
            <ac:spMk id="3" creationId="{A9F05DDE-5A6A-D3B4-5D40-98966666A94D}"/>
          </ac:spMkLst>
        </pc:spChg>
        <pc:spChg chg="mod">
          <ac:chgData name="Matthew" userId="3004dbd67fb7f2ca" providerId="LiveId" clId="{85E098C0-F33F-4195-A105-F7E16C4E2448}" dt="2023-03-26T00:00:55.197" v="498" actId="20577"/>
          <ac:spMkLst>
            <pc:docMk/>
            <pc:sldMk cId="2011004219" sldId="289"/>
            <ac:spMk id="4" creationId="{6D15DB6F-7311-98AD-432E-AFD1AA356137}"/>
          </ac:spMkLst>
        </pc:spChg>
      </pc:sldChg>
      <pc:sldChg chg="del">
        <pc:chgData name="Matthew" userId="3004dbd67fb7f2ca" providerId="LiveId" clId="{85E098C0-F33F-4195-A105-F7E16C4E2448}" dt="2023-03-25T18:27:03.958" v="6" actId="47"/>
        <pc:sldMkLst>
          <pc:docMk/>
          <pc:sldMk cId="3647471527" sldId="289"/>
        </pc:sldMkLst>
      </pc:sldChg>
      <pc:sldChg chg="del">
        <pc:chgData name="Matthew" userId="3004dbd67fb7f2ca" providerId="LiveId" clId="{85E098C0-F33F-4195-A105-F7E16C4E2448}" dt="2023-03-25T18:27:03.958" v="6" actId="47"/>
        <pc:sldMkLst>
          <pc:docMk/>
          <pc:sldMk cId="1115503113" sldId="290"/>
        </pc:sldMkLst>
      </pc:sldChg>
      <pc:sldChg chg="addSp delSp modSp new mod">
        <pc:chgData name="Matthew" userId="3004dbd67fb7f2ca" providerId="LiveId" clId="{85E098C0-F33F-4195-A105-F7E16C4E2448}" dt="2023-03-26T09:05:29.851" v="1665" actId="1076"/>
        <pc:sldMkLst>
          <pc:docMk/>
          <pc:sldMk cId="2851454712" sldId="290"/>
        </pc:sldMkLst>
        <pc:spChg chg="mod">
          <ac:chgData name="Matthew" userId="3004dbd67fb7f2ca" providerId="LiveId" clId="{85E098C0-F33F-4195-A105-F7E16C4E2448}" dt="2023-03-26T09:04:21.227" v="1566" actId="20577"/>
          <ac:spMkLst>
            <pc:docMk/>
            <pc:sldMk cId="2851454712" sldId="290"/>
            <ac:spMk id="2" creationId="{D0CCA5E6-194E-1943-2339-3102F89AA977}"/>
          </ac:spMkLst>
        </pc:spChg>
        <pc:spChg chg="del mod">
          <ac:chgData name="Matthew" userId="3004dbd67fb7f2ca" providerId="LiveId" clId="{85E098C0-F33F-4195-A105-F7E16C4E2448}" dt="2023-03-26T09:02:28.699" v="1488" actId="478"/>
          <ac:spMkLst>
            <pc:docMk/>
            <pc:sldMk cId="2851454712" sldId="290"/>
            <ac:spMk id="3" creationId="{C606EB97-E76D-55FE-1250-FB69FD548665}"/>
          </ac:spMkLst>
        </pc:spChg>
        <pc:spChg chg="add mod">
          <ac:chgData name="Matthew" userId="3004dbd67fb7f2ca" providerId="LiveId" clId="{85E098C0-F33F-4195-A105-F7E16C4E2448}" dt="2023-03-26T09:05:29.851" v="1665" actId="1076"/>
          <ac:spMkLst>
            <pc:docMk/>
            <pc:sldMk cId="2851454712" sldId="290"/>
            <ac:spMk id="4" creationId="{5CE35BB7-BDD7-1E95-7683-5DD0CC8691CA}"/>
          </ac:spMkLst>
        </pc:spChg>
        <pc:spChg chg="add mod">
          <ac:chgData name="Matthew" userId="3004dbd67fb7f2ca" providerId="LiveId" clId="{85E098C0-F33F-4195-A105-F7E16C4E2448}" dt="2023-03-26T09:05:20.758" v="1664" actId="20577"/>
          <ac:spMkLst>
            <pc:docMk/>
            <pc:sldMk cId="2851454712" sldId="290"/>
            <ac:spMk id="5" creationId="{9D97564F-56E9-DD21-B0E2-F29459C02503}"/>
          </ac:spMkLst>
        </pc:spChg>
      </pc:sldChg>
      <pc:sldChg chg="del">
        <pc:chgData name="Matthew" userId="3004dbd67fb7f2ca" providerId="LiveId" clId="{85E098C0-F33F-4195-A105-F7E16C4E2448}" dt="2023-03-25T18:27:03.958" v="6" actId="47"/>
        <pc:sldMkLst>
          <pc:docMk/>
          <pc:sldMk cId="460540180" sldId="291"/>
        </pc:sldMkLst>
      </pc:sldChg>
      <pc:sldChg chg="addSp modSp new mod">
        <pc:chgData name="Matthew" userId="3004dbd67fb7f2ca" providerId="LiveId" clId="{85E098C0-F33F-4195-A105-F7E16C4E2448}" dt="2023-03-26T01:54:19.246" v="1171" actId="1076"/>
        <pc:sldMkLst>
          <pc:docMk/>
          <pc:sldMk cId="1412086757" sldId="291"/>
        </pc:sldMkLst>
        <pc:spChg chg="mod">
          <ac:chgData name="Matthew" userId="3004dbd67fb7f2ca" providerId="LiveId" clId="{85E098C0-F33F-4195-A105-F7E16C4E2448}" dt="2023-03-26T01:50:21.531" v="1113" actId="20577"/>
          <ac:spMkLst>
            <pc:docMk/>
            <pc:sldMk cId="1412086757" sldId="291"/>
            <ac:spMk id="2" creationId="{3A398322-1B99-2A86-4ED0-BF6EEB284437}"/>
          </ac:spMkLst>
        </pc:spChg>
        <pc:spChg chg="mod">
          <ac:chgData name="Matthew" userId="3004dbd67fb7f2ca" providerId="LiveId" clId="{85E098C0-F33F-4195-A105-F7E16C4E2448}" dt="2023-03-26T01:54:13.668" v="1170" actId="20577"/>
          <ac:spMkLst>
            <pc:docMk/>
            <pc:sldMk cId="1412086757" sldId="291"/>
            <ac:spMk id="3" creationId="{1D51FBFD-02DB-50D6-5B5D-CF638FE3A0EF}"/>
          </ac:spMkLst>
        </pc:spChg>
        <pc:spChg chg="add mod">
          <ac:chgData name="Matthew" userId="3004dbd67fb7f2ca" providerId="LiveId" clId="{85E098C0-F33F-4195-A105-F7E16C4E2448}" dt="2023-03-26T01:52:51.586" v="1141" actId="20577"/>
          <ac:spMkLst>
            <pc:docMk/>
            <pc:sldMk cId="1412086757" sldId="291"/>
            <ac:spMk id="6" creationId="{75B073A7-F9EE-BDF9-16BB-BF4896FFF34A}"/>
          </ac:spMkLst>
        </pc:spChg>
        <pc:picChg chg="add mod">
          <ac:chgData name="Matthew" userId="3004dbd67fb7f2ca" providerId="LiveId" clId="{85E098C0-F33F-4195-A105-F7E16C4E2448}" dt="2023-03-26T01:54:19.246" v="1171" actId="1076"/>
          <ac:picMkLst>
            <pc:docMk/>
            <pc:sldMk cId="1412086757" sldId="291"/>
            <ac:picMk id="5" creationId="{73551797-2BE1-F23A-18DF-4993DFA11CF9}"/>
          </ac:picMkLst>
        </pc:picChg>
      </pc:sldChg>
      <pc:sldChg chg="addSp modSp new mod">
        <pc:chgData name="Matthew" userId="3004dbd67fb7f2ca" providerId="LiveId" clId="{85E098C0-F33F-4195-A105-F7E16C4E2448}" dt="2023-03-26T13:55:19.341" v="1782" actId="1076"/>
        <pc:sldMkLst>
          <pc:docMk/>
          <pc:sldMk cId="117741387" sldId="292"/>
        </pc:sldMkLst>
        <pc:spChg chg="mod">
          <ac:chgData name="Matthew" userId="3004dbd67fb7f2ca" providerId="LiveId" clId="{85E098C0-F33F-4195-A105-F7E16C4E2448}" dt="2023-03-26T02:05:13.685" v="1360" actId="20577"/>
          <ac:spMkLst>
            <pc:docMk/>
            <pc:sldMk cId="117741387" sldId="292"/>
            <ac:spMk id="2" creationId="{20C01373-4D46-D464-6D36-AABEEB02AC26}"/>
          </ac:spMkLst>
        </pc:spChg>
        <pc:spChg chg="mod">
          <ac:chgData name="Matthew" userId="3004dbd67fb7f2ca" providerId="LiveId" clId="{85E098C0-F33F-4195-A105-F7E16C4E2448}" dt="2023-03-26T08:36:11.662" v="1389" actId="20577"/>
          <ac:spMkLst>
            <pc:docMk/>
            <pc:sldMk cId="117741387" sldId="292"/>
            <ac:spMk id="3" creationId="{5B4FCF63-EB5F-00CE-1459-894FCE574071}"/>
          </ac:spMkLst>
        </pc:spChg>
        <pc:spChg chg="add mod">
          <ac:chgData name="Matthew" userId="3004dbd67fb7f2ca" providerId="LiveId" clId="{85E098C0-F33F-4195-A105-F7E16C4E2448}" dt="2023-03-26T13:55:19.341" v="1782" actId="1076"/>
          <ac:spMkLst>
            <pc:docMk/>
            <pc:sldMk cId="117741387" sldId="292"/>
            <ac:spMk id="4" creationId="{85B92B5E-091F-88FD-3AD8-2BE6C581ECE7}"/>
          </ac:spMkLst>
        </pc:spChg>
      </pc:sldChg>
      <pc:sldChg chg="del">
        <pc:chgData name="Matthew" userId="3004dbd67fb7f2ca" providerId="LiveId" clId="{85E098C0-F33F-4195-A105-F7E16C4E2448}" dt="2023-03-25T18:27:03.958" v="6" actId="47"/>
        <pc:sldMkLst>
          <pc:docMk/>
          <pc:sldMk cId="2176470747" sldId="292"/>
        </pc:sldMkLst>
      </pc:sldChg>
      <pc:sldChg chg="addSp modSp new mod">
        <pc:chgData name="Matthew" userId="3004dbd67fb7f2ca" providerId="LiveId" clId="{85E098C0-F33F-4195-A105-F7E16C4E2448}" dt="2023-03-26T14:03:20.314" v="2167" actId="114"/>
        <pc:sldMkLst>
          <pc:docMk/>
          <pc:sldMk cId="25596329" sldId="293"/>
        </pc:sldMkLst>
        <pc:spChg chg="mod">
          <ac:chgData name="Matthew" userId="3004dbd67fb7f2ca" providerId="LiveId" clId="{85E098C0-F33F-4195-A105-F7E16C4E2448}" dt="2023-03-26T13:55:44.685" v="1789" actId="20577"/>
          <ac:spMkLst>
            <pc:docMk/>
            <pc:sldMk cId="25596329" sldId="293"/>
            <ac:spMk id="2" creationId="{E9EB72D9-3BAF-BDE8-7F4B-03820B2F550B}"/>
          </ac:spMkLst>
        </pc:spChg>
        <pc:spChg chg="mod">
          <ac:chgData name="Matthew" userId="3004dbd67fb7f2ca" providerId="LiveId" clId="{85E098C0-F33F-4195-A105-F7E16C4E2448}" dt="2023-03-26T14:03:20.314" v="2167" actId="114"/>
          <ac:spMkLst>
            <pc:docMk/>
            <pc:sldMk cId="25596329" sldId="293"/>
            <ac:spMk id="3" creationId="{568980A2-F696-C0CA-93F3-7C9A6AE7A303}"/>
          </ac:spMkLst>
        </pc:spChg>
        <pc:spChg chg="add mod">
          <ac:chgData name="Matthew" userId="3004dbd67fb7f2ca" providerId="LiveId" clId="{85E098C0-F33F-4195-A105-F7E16C4E2448}" dt="2023-03-26T14:02:56.764" v="2163" actId="255"/>
          <ac:spMkLst>
            <pc:docMk/>
            <pc:sldMk cId="25596329" sldId="293"/>
            <ac:spMk id="4" creationId="{0CAF97F5-F7C9-0DF6-E3E1-3CEEDA43A69F}"/>
          </ac:spMkLst>
        </pc:spChg>
        <pc:spChg chg="add mod">
          <ac:chgData name="Matthew" userId="3004dbd67fb7f2ca" providerId="LiveId" clId="{85E098C0-F33F-4195-A105-F7E16C4E2448}" dt="2023-03-26T14:03:01.591" v="2164" actId="255"/>
          <ac:spMkLst>
            <pc:docMk/>
            <pc:sldMk cId="25596329" sldId="293"/>
            <ac:spMk id="5" creationId="{C121A02D-50DD-C08E-440C-0A4B427EFE90}"/>
          </ac:spMkLst>
        </pc:spChg>
        <pc:spChg chg="add mod">
          <ac:chgData name="Matthew" userId="3004dbd67fb7f2ca" providerId="LiveId" clId="{85E098C0-F33F-4195-A105-F7E16C4E2448}" dt="2023-03-26T14:01:11.481" v="2047" actId="1076"/>
          <ac:spMkLst>
            <pc:docMk/>
            <pc:sldMk cId="25596329" sldId="293"/>
            <ac:spMk id="6" creationId="{20E3DE8D-9988-6904-9118-1C3FC749CAF6}"/>
          </ac:spMkLst>
        </pc:spChg>
      </pc:sldChg>
      <pc:sldChg chg="del">
        <pc:chgData name="Matthew" userId="3004dbd67fb7f2ca" providerId="LiveId" clId="{85E098C0-F33F-4195-A105-F7E16C4E2448}" dt="2023-03-25T18:27:03.958" v="6" actId="47"/>
        <pc:sldMkLst>
          <pc:docMk/>
          <pc:sldMk cId="4113086494" sldId="293"/>
        </pc:sldMkLst>
      </pc:sldChg>
      <pc:sldChg chg="del">
        <pc:chgData name="Matthew" userId="3004dbd67fb7f2ca" providerId="LiveId" clId="{85E098C0-F33F-4195-A105-F7E16C4E2448}" dt="2023-03-25T18:27:03.958" v="6" actId="47"/>
        <pc:sldMkLst>
          <pc:docMk/>
          <pc:sldMk cId="98519305" sldId="294"/>
        </pc:sldMkLst>
      </pc:sldChg>
      <pc:sldChg chg="addSp delSp modSp new mod">
        <pc:chgData name="Matthew" userId="3004dbd67fb7f2ca" providerId="LiveId" clId="{85E098C0-F33F-4195-A105-F7E16C4E2448}" dt="2023-03-26T14:10:37.604" v="2330" actId="1076"/>
        <pc:sldMkLst>
          <pc:docMk/>
          <pc:sldMk cId="3813162311" sldId="294"/>
        </pc:sldMkLst>
        <pc:spChg chg="mod">
          <ac:chgData name="Matthew" userId="3004dbd67fb7f2ca" providerId="LiveId" clId="{85E098C0-F33F-4195-A105-F7E16C4E2448}" dt="2023-03-26T14:08:04.100" v="2201" actId="20577"/>
          <ac:spMkLst>
            <pc:docMk/>
            <pc:sldMk cId="3813162311" sldId="294"/>
            <ac:spMk id="2" creationId="{DFACC5BA-A4A6-4440-3E37-21555583AEB2}"/>
          </ac:spMkLst>
        </pc:spChg>
        <pc:spChg chg="mod">
          <ac:chgData name="Matthew" userId="3004dbd67fb7f2ca" providerId="LiveId" clId="{85E098C0-F33F-4195-A105-F7E16C4E2448}" dt="2023-03-26T14:09:03.615" v="2323" actId="20577"/>
          <ac:spMkLst>
            <pc:docMk/>
            <pc:sldMk cId="3813162311" sldId="294"/>
            <ac:spMk id="3" creationId="{EC0AC792-4B0F-49FD-4646-CB362955738B}"/>
          </ac:spMkLst>
        </pc:spChg>
        <pc:spChg chg="add del">
          <ac:chgData name="Matthew" userId="3004dbd67fb7f2ca" providerId="LiveId" clId="{85E098C0-F33F-4195-A105-F7E16C4E2448}" dt="2023-03-26T14:08:36.164" v="2205"/>
          <ac:spMkLst>
            <pc:docMk/>
            <pc:sldMk cId="3813162311" sldId="294"/>
            <ac:spMk id="4" creationId="{8EFC8405-67D5-3792-7353-425A0C24A5BD}"/>
          </ac:spMkLst>
        </pc:spChg>
        <pc:spChg chg="add mod">
          <ac:chgData name="Matthew" userId="3004dbd67fb7f2ca" providerId="LiveId" clId="{85E098C0-F33F-4195-A105-F7E16C4E2448}" dt="2023-03-26T14:10:37.604" v="2330" actId="1076"/>
          <ac:spMkLst>
            <pc:docMk/>
            <pc:sldMk cId="3813162311" sldId="294"/>
            <ac:spMk id="5" creationId="{692D21BA-D41E-A9D4-0AD1-BB683B8A7BE4}"/>
          </ac:spMkLst>
        </pc:spChg>
      </pc:sldChg>
      <pc:sldChg chg="addSp modSp add mod ord">
        <pc:chgData name="Matthew" userId="3004dbd67fb7f2ca" providerId="LiveId" clId="{85E098C0-F33F-4195-A105-F7E16C4E2448}" dt="2023-03-26T22:06:28.629" v="2569" actId="20577"/>
        <pc:sldMkLst>
          <pc:docMk/>
          <pc:sldMk cId="3183950219" sldId="295"/>
        </pc:sldMkLst>
        <pc:spChg chg="mod">
          <ac:chgData name="Matthew" userId="3004dbd67fb7f2ca" providerId="LiveId" clId="{85E098C0-F33F-4195-A105-F7E16C4E2448}" dt="2023-03-26T14:11:47.974" v="2342" actId="20577"/>
          <ac:spMkLst>
            <pc:docMk/>
            <pc:sldMk cId="3183950219" sldId="295"/>
            <ac:spMk id="2" creationId="{E9EB72D9-3BAF-BDE8-7F4B-03820B2F550B}"/>
          </ac:spMkLst>
        </pc:spChg>
        <pc:spChg chg="mod">
          <ac:chgData name="Matthew" userId="3004dbd67fb7f2ca" providerId="LiveId" clId="{85E098C0-F33F-4195-A105-F7E16C4E2448}" dt="2023-03-26T22:06:28.629" v="2569" actId="20577"/>
          <ac:spMkLst>
            <pc:docMk/>
            <pc:sldMk cId="3183950219" sldId="295"/>
            <ac:spMk id="3" creationId="{568980A2-F696-C0CA-93F3-7C9A6AE7A303}"/>
          </ac:spMkLst>
        </pc:spChg>
        <pc:spChg chg="mod">
          <ac:chgData name="Matthew" userId="3004dbd67fb7f2ca" providerId="LiveId" clId="{85E098C0-F33F-4195-A105-F7E16C4E2448}" dt="2023-03-26T14:11:26.643" v="2339" actId="14100"/>
          <ac:spMkLst>
            <pc:docMk/>
            <pc:sldMk cId="3183950219" sldId="295"/>
            <ac:spMk id="4" creationId="{0CAF97F5-F7C9-0DF6-E3E1-3CEEDA43A69F}"/>
          </ac:spMkLst>
        </pc:spChg>
        <pc:spChg chg="mod">
          <ac:chgData name="Matthew" userId="3004dbd67fb7f2ca" providerId="LiveId" clId="{85E098C0-F33F-4195-A105-F7E16C4E2448}" dt="2023-03-26T14:11:30.263" v="2340" actId="14100"/>
          <ac:spMkLst>
            <pc:docMk/>
            <pc:sldMk cId="3183950219" sldId="295"/>
            <ac:spMk id="5" creationId="{C121A02D-50DD-C08E-440C-0A4B427EFE90}"/>
          </ac:spMkLst>
        </pc:spChg>
        <pc:spChg chg="mod">
          <ac:chgData name="Matthew" userId="3004dbd67fb7f2ca" providerId="LiveId" clId="{85E098C0-F33F-4195-A105-F7E16C4E2448}" dt="2023-03-26T14:11:13.431" v="2336" actId="1076"/>
          <ac:spMkLst>
            <pc:docMk/>
            <pc:sldMk cId="3183950219" sldId="295"/>
            <ac:spMk id="6" creationId="{20E3DE8D-9988-6904-9118-1C3FC749CAF6}"/>
          </ac:spMkLst>
        </pc:spChg>
        <pc:spChg chg="add mod">
          <ac:chgData name="Matthew" userId="3004dbd67fb7f2ca" providerId="LiveId" clId="{85E098C0-F33F-4195-A105-F7E16C4E2448}" dt="2023-03-26T14:11:18.293" v="2337" actId="1076"/>
          <ac:spMkLst>
            <pc:docMk/>
            <pc:sldMk cId="3183950219" sldId="295"/>
            <ac:spMk id="7" creationId="{D4B61931-BA76-391B-38BE-444F2411E04E}"/>
          </ac:spMkLst>
        </pc:spChg>
      </pc:sldChg>
      <pc:sldChg chg="del">
        <pc:chgData name="Matthew" userId="3004dbd67fb7f2ca" providerId="LiveId" clId="{85E098C0-F33F-4195-A105-F7E16C4E2448}" dt="2023-03-25T18:27:03.958" v="6" actId="47"/>
        <pc:sldMkLst>
          <pc:docMk/>
          <pc:sldMk cId="3221888038" sldId="295"/>
        </pc:sldMkLst>
      </pc:sldChg>
      <pc:sldChg chg="del">
        <pc:chgData name="Matthew" userId="3004dbd67fb7f2ca" providerId="LiveId" clId="{85E098C0-F33F-4195-A105-F7E16C4E2448}" dt="2023-03-25T18:27:03.958" v="6" actId="47"/>
        <pc:sldMkLst>
          <pc:docMk/>
          <pc:sldMk cId="1308045359" sldId="296"/>
        </pc:sldMkLst>
      </pc:sldChg>
      <pc:sldChg chg="addSp modSp new mod">
        <pc:chgData name="Matthew" userId="3004dbd67fb7f2ca" providerId="LiveId" clId="{85E098C0-F33F-4195-A105-F7E16C4E2448}" dt="2023-03-26T22:10:50.204" v="2727" actId="20577"/>
        <pc:sldMkLst>
          <pc:docMk/>
          <pc:sldMk cId="3611974199" sldId="296"/>
        </pc:sldMkLst>
        <pc:spChg chg="mod">
          <ac:chgData name="Matthew" userId="3004dbd67fb7f2ca" providerId="LiveId" clId="{85E098C0-F33F-4195-A105-F7E16C4E2448}" dt="2023-03-26T22:07:56.337" v="2613" actId="20577"/>
          <ac:spMkLst>
            <pc:docMk/>
            <pc:sldMk cId="3611974199" sldId="296"/>
            <ac:spMk id="2" creationId="{C4B2ED4B-87DB-6ED6-7829-662402472D23}"/>
          </ac:spMkLst>
        </pc:spChg>
        <pc:spChg chg="mod">
          <ac:chgData name="Matthew" userId="3004dbd67fb7f2ca" providerId="LiveId" clId="{85E098C0-F33F-4195-A105-F7E16C4E2448}" dt="2023-03-26T22:10:50.204" v="2727" actId="20577"/>
          <ac:spMkLst>
            <pc:docMk/>
            <pc:sldMk cId="3611974199" sldId="296"/>
            <ac:spMk id="3" creationId="{F58F19A3-5989-0C95-0948-8DCB1F3C018A}"/>
          </ac:spMkLst>
        </pc:spChg>
        <pc:spChg chg="add mod">
          <ac:chgData name="Matthew" userId="3004dbd67fb7f2ca" providerId="LiveId" clId="{85E098C0-F33F-4195-A105-F7E16C4E2448}" dt="2023-03-26T22:09:04.485" v="2660" actId="20577"/>
          <ac:spMkLst>
            <pc:docMk/>
            <pc:sldMk cId="3611974199" sldId="296"/>
            <ac:spMk id="4" creationId="{D61F576C-3F67-0860-603D-896E50799206}"/>
          </ac:spMkLst>
        </pc:spChg>
      </pc:sldChg>
      <pc:sldChg chg="del">
        <pc:chgData name="Matthew" userId="3004dbd67fb7f2ca" providerId="LiveId" clId="{85E098C0-F33F-4195-A105-F7E16C4E2448}" dt="2023-03-25T18:27:03.958" v="6" actId="47"/>
        <pc:sldMkLst>
          <pc:docMk/>
          <pc:sldMk cId="2944497364" sldId="297"/>
        </pc:sldMkLst>
      </pc:sldChg>
      <pc:sldChg chg="modSp new mod">
        <pc:chgData name="Matthew" userId="3004dbd67fb7f2ca" providerId="LiveId" clId="{85E098C0-F33F-4195-A105-F7E16C4E2448}" dt="2023-03-26T22:14:54.061" v="3108" actId="20577"/>
        <pc:sldMkLst>
          <pc:docMk/>
          <pc:sldMk cId="3189290752" sldId="297"/>
        </pc:sldMkLst>
        <pc:spChg chg="mod">
          <ac:chgData name="Matthew" userId="3004dbd67fb7f2ca" providerId="LiveId" clId="{85E098C0-F33F-4195-A105-F7E16C4E2448}" dt="2023-03-26T22:13:25.520" v="2991" actId="20577"/>
          <ac:spMkLst>
            <pc:docMk/>
            <pc:sldMk cId="3189290752" sldId="297"/>
            <ac:spMk id="2" creationId="{CDC0C71B-E8E2-F65B-890B-AEF4615FD13F}"/>
          </ac:spMkLst>
        </pc:spChg>
        <pc:spChg chg="mod">
          <ac:chgData name="Matthew" userId="3004dbd67fb7f2ca" providerId="LiveId" clId="{85E098C0-F33F-4195-A105-F7E16C4E2448}" dt="2023-03-26T22:14:54.061" v="3108" actId="20577"/>
          <ac:spMkLst>
            <pc:docMk/>
            <pc:sldMk cId="3189290752" sldId="297"/>
            <ac:spMk id="3" creationId="{1A7B8BC9-6BFB-9C5B-7B74-B8E93DF9DC8A}"/>
          </ac:spMkLst>
        </pc:spChg>
      </pc:sldChg>
      <pc:sldChg chg="del">
        <pc:chgData name="Matthew" userId="3004dbd67fb7f2ca" providerId="LiveId" clId="{85E098C0-F33F-4195-A105-F7E16C4E2448}" dt="2023-03-25T18:27:03.958" v="6" actId="47"/>
        <pc:sldMkLst>
          <pc:docMk/>
          <pc:sldMk cId="2379080453" sldId="298"/>
        </pc:sldMkLst>
      </pc:sldChg>
      <pc:sldChg chg="del">
        <pc:chgData name="Matthew" userId="3004dbd67fb7f2ca" providerId="LiveId" clId="{85E098C0-F33F-4195-A105-F7E16C4E2448}" dt="2023-03-25T18:27:03.958" v="6" actId="47"/>
        <pc:sldMkLst>
          <pc:docMk/>
          <pc:sldMk cId="3367382126" sldId="299"/>
        </pc:sldMkLst>
      </pc:sldChg>
      <pc:sldChg chg="del">
        <pc:chgData name="Matthew" userId="3004dbd67fb7f2ca" providerId="LiveId" clId="{85E098C0-F33F-4195-A105-F7E16C4E2448}" dt="2023-03-25T18:27:03.958" v="6" actId="47"/>
        <pc:sldMkLst>
          <pc:docMk/>
          <pc:sldMk cId="4231557862" sldId="300"/>
        </pc:sldMkLst>
      </pc:sldChg>
      <pc:sldChg chg="del">
        <pc:chgData name="Matthew" userId="3004dbd67fb7f2ca" providerId="LiveId" clId="{85E098C0-F33F-4195-A105-F7E16C4E2448}" dt="2023-03-25T18:27:03.958" v="6" actId="47"/>
        <pc:sldMkLst>
          <pc:docMk/>
          <pc:sldMk cId="1312271908" sldId="301"/>
        </pc:sldMkLst>
      </pc:sldChg>
      <pc:sldChg chg="del">
        <pc:chgData name="Matthew" userId="3004dbd67fb7f2ca" providerId="LiveId" clId="{85E098C0-F33F-4195-A105-F7E16C4E2448}" dt="2023-03-25T18:27:03.958" v="6" actId="47"/>
        <pc:sldMkLst>
          <pc:docMk/>
          <pc:sldMk cId="1397422770" sldId="302"/>
        </pc:sldMkLst>
      </pc:sldChg>
      <pc:sldChg chg="del">
        <pc:chgData name="Matthew" userId="3004dbd67fb7f2ca" providerId="LiveId" clId="{85E098C0-F33F-4195-A105-F7E16C4E2448}" dt="2023-03-25T18:27:03.958" v="6" actId="47"/>
        <pc:sldMkLst>
          <pc:docMk/>
          <pc:sldMk cId="3849454267" sldId="303"/>
        </pc:sldMkLst>
      </pc:sldChg>
    </pc:docChg>
  </pc:docChgLst>
  <pc:docChgLst>
    <pc:chgData name="Matthew Holman" userId="3004dbd67fb7f2ca" providerId="LiveId" clId="{989F7DD5-FB46-46AE-A560-D9AA33C9E89A}"/>
    <pc:docChg chg="modSld">
      <pc:chgData name="Matthew Holman" userId="3004dbd67fb7f2ca" providerId="LiveId" clId="{989F7DD5-FB46-46AE-A560-D9AA33C9E89A}" dt="2023-02-14T18:07:36.730" v="79" actId="20577"/>
      <pc:docMkLst>
        <pc:docMk/>
      </pc:docMkLst>
      <pc:sldChg chg="modSp mod">
        <pc:chgData name="Matthew Holman" userId="3004dbd67fb7f2ca" providerId="LiveId" clId="{989F7DD5-FB46-46AE-A560-D9AA33C9E89A}" dt="2023-02-14T17:33:44.714" v="3" actId="20577"/>
        <pc:sldMkLst>
          <pc:docMk/>
          <pc:sldMk cId="2188841898" sldId="294"/>
        </pc:sldMkLst>
        <pc:graphicFrameChg chg="modGraphic">
          <ac:chgData name="Matthew Holman" userId="3004dbd67fb7f2ca" providerId="LiveId" clId="{989F7DD5-FB46-46AE-A560-D9AA33C9E89A}" dt="2023-02-14T17:33:44.714" v="3" actId="20577"/>
          <ac:graphicFrameMkLst>
            <pc:docMk/>
            <pc:sldMk cId="2188841898" sldId="294"/>
            <ac:graphicFrameMk id="4" creationId="{D822A9B4-9A2F-FC07-0100-977F39F91860}"/>
          </ac:graphicFrameMkLst>
        </pc:graphicFrameChg>
      </pc:sldChg>
      <pc:sldChg chg="modSp mod">
        <pc:chgData name="Matthew Holman" userId="3004dbd67fb7f2ca" providerId="LiveId" clId="{989F7DD5-FB46-46AE-A560-D9AA33C9E89A}" dt="2023-02-14T17:35:03.712" v="7" actId="20577"/>
        <pc:sldMkLst>
          <pc:docMk/>
          <pc:sldMk cId="2661769817" sldId="295"/>
        </pc:sldMkLst>
        <pc:graphicFrameChg chg="modGraphic">
          <ac:chgData name="Matthew Holman" userId="3004dbd67fb7f2ca" providerId="LiveId" clId="{989F7DD5-FB46-46AE-A560-D9AA33C9E89A}" dt="2023-02-14T17:35:03.712" v="7" actId="20577"/>
          <ac:graphicFrameMkLst>
            <pc:docMk/>
            <pc:sldMk cId="2661769817" sldId="295"/>
            <ac:graphicFrameMk id="4" creationId="{AC3AA712-752F-2BCF-70FA-3C15CD98F678}"/>
          </ac:graphicFrameMkLst>
        </pc:graphicFrameChg>
      </pc:sldChg>
      <pc:sldChg chg="modSp mod">
        <pc:chgData name="Matthew Holman" userId="3004dbd67fb7f2ca" providerId="LiveId" clId="{989F7DD5-FB46-46AE-A560-D9AA33C9E89A}" dt="2023-02-14T17:36:24.646" v="11" actId="20577"/>
        <pc:sldMkLst>
          <pc:docMk/>
          <pc:sldMk cId="1523341841" sldId="296"/>
        </pc:sldMkLst>
        <pc:graphicFrameChg chg="modGraphic">
          <ac:chgData name="Matthew Holman" userId="3004dbd67fb7f2ca" providerId="LiveId" clId="{989F7DD5-FB46-46AE-A560-D9AA33C9E89A}" dt="2023-02-14T17:36:24.646" v="11" actId="20577"/>
          <ac:graphicFrameMkLst>
            <pc:docMk/>
            <pc:sldMk cId="1523341841" sldId="296"/>
            <ac:graphicFrameMk id="4" creationId="{3EE35367-200D-5B7D-061B-4AC3FDFD9F8E}"/>
          </ac:graphicFrameMkLst>
        </pc:graphicFrameChg>
      </pc:sldChg>
      <pc:sldChg chg="modSp mod">
        <pc:chgData name="Matthew Holman" userId="3004dbd67fb7f2ca" providerId="LiveId" clId="{989F7DD5-FB46-46AE-A560-D9AA33C9E89A}" dt="2023-02-14T17:38:25.992" v="15" actId="20577"/>
        <pc:sldMkLst>
          <pc:docMk/>
          <pc:sldMk cId="3199442299" sldId="297"/>
        </pc:sldMkLst>
        <pc:graphicFrameChg chg="modGraphic">
          <ac:chgData name="Matthew Holman" userId="3004dbd67fb7f2ca" providerId="LiveId" clId="{989F7DD5-FB46-46AE-A560-D9AA33C9E89A}" dt="2023-02-14T17:38:25.992" v="15" actId="20577"/>
          <ac:graphicFrameMkLst>
            <pc:docMk/>
            <pc:sldMk cId="3199442299" sldId="297"/>
            <ac:graphicFrameMk id="4" creationId="{6F6E9828-FD85-5490-817E-0D9306471EA3}"/>
          </ac:graphicFrameMkLst>
        </pc:graphicFrameChg>
      </pc:sldChg>
      <pc:sldChg chg="modSp mod">
        <pc:chgData name="Matthew Holman" userId="3004dbd67fb7f2ca" providerId="LiveId" clId="{989F7DD5-FB46-46AE-A560-D9AA33C9E89A}" dt="2023-02-14T17:39:37.437" v="19" actId="20577"/>
        <pc:sldMkLst>
          <pc:docMk/>
          <pc:sldMk cId="2257281065" sldId="298"/>
        </pc:sldMkLst>
        <pc:graphicFrameChg chg="modGraphic">
          <ac:chgData name="Matthew Holman" userId="3004dbd67fb7f2ca" providerId="LiveId" clId="{989F7DD5-FB46-46AE-A560-D9AA33C9E89A}" dt="2023-02-14T17:39:37.437" v="19" actId="20577"/>
          <ac:graphicFrameMkLst>
            <pc:docMk/>
            <pc:sldMk cId="2257281065" sldId="298"/>
            <ac:graphicFrameMk id="4" creationId="{4FB37543-E9BB-7D05-0483-099D3781B55A}"/>
          </ac:graphicFrameMkLst>
        </pc:graphicFrameChg>
      </pc:sldChg>
      <pc:sldChg chg="modSp mod">
        <pc:chgData name="Matthew Holman" userId="3004dbd67fb7f2ca" providerId="LiveId" clId="{989F7DD5-FB46-46AE-A560-D9AA33C9E89A}" dt="2023-02-14T17:40:55.772" v="23" actId="20577"/>
        <pc:sldMkLst>
          <pc:docMk/>
          <pc:sldMk cId="2446626497" sldId="299"/>
        </pc:sldMkLst>
        <pc:graphicFrameChg chg="modGraphic">
          <ac:chgData name="Matthew Holman" userId="3004dbd67fb7f2ca" providerId="LiveId" clId="{989F7DD5-FB46-46AE-A560-D9AA33C9E89A}" dt="2023-02-14T17:40:55.772" v="23" actId="20577"/>
          <ac:graphicFrameMkLst>
            <pc:docMk/>
            <pc:sldMk cId="2446626497" sldId="299"/>
            <ac:graphicFrameMk id="4" creationId="{443DD4D1-8AFA-5CCC-74D9-3E737CADC629}"/>
          </ac:graphicFrameMkLst>
        </pc:graphicFrameChg>
      </pc:sldChg>
      <pc:sldChg chg="modSp mod">
        <pc:chgData name="Matthew Holman" userId="3004dbd67fb7f2ca" providerId="LiveId" clId="{989F7DD5-FB46-46AE-A560-D9AA33C9E89A}" dt="2023-02-14T17:51:35.609" v="39" actId="20577"/>
        <pc:sldMkLst>
          <pc:docMk/>
          <pc:sldMk cId="3079540468" sldId="301"/>
        </pc:sldMkLst>
        <pc:graphicFrameChg chg="modGraphic">
          <ac:chgData name="Matthew Holman" userId="3004dbd67fb7f2ca" providerId="LiveId" clId="{989F7DD5-FB46-46AE-A560-D9AA33C9E89A}" dt="2023-02-14T17:51:35.609" v="39" actId="20577"/>
          <ac:graphicFrameMkLst>
            <pc:docMk/>
            <pc:sldMk cId="3079540468" sldId="301"/>
            <ac:graphicFrameMk id="4" creationId="{80C49299-464B-A6F6-00DB-2F97A951DD86}"/>
          </ac:graphicFrameMkLst>
        </pc:graphicFrameChg>
      </pc:sldChg>
      <pc:sldChg chg="modSp mod">
        <pc:chgData name="Matthew Holman" userId="3004dbd67fb7f2ca" providerId="LiveId" clId="{989F7DD5-FB46-46AE-A560-D9AA33C9E89A}" dt="2023-02-14T17:59:21.424" v="55" actId="20577"/>
        <pc:sldMkLst>
          <pc:docMk/>
          <pc:sldMk cId="3003025678" sldId="302"/>
        </pc:sldMkLst>
        <pc:graphicFrameChg chg="modGraphic">
          <ac:chgData name="Matthew Holman" userId="3004dbd67fb7f2ca" providerId="LiveId" clId="{989F7DD5-FB46-46AE-A560-D9AA33C9E89A}" dt="2023-02-14T17:59:21.424" v="55" actId="20577"/>
          <ac:graphicFrameMkLst>
            <pc:docMk/>
            <pc:sldMk cId="3003025678" sldId="302"/>
            <ac:graphicFrameMk id="4" creationId="{8EB06373-6970-F1C7-4E53-2187C0EF7267}"/>
          </ac:graphicFrameMkLst>
        </pc:graphicFrameChg>
      </pc:sldChg>
      <pc:sldChg chg="modSp mod">
        <pc:chgData name="Matthew Holman" userId="3004dbd67fb7f2ca" providerId="LiveId" clId="{989F7DD5-FB46-46AE-A560-D9AA33C9E89A}" dt="2023-02-14T18:07:36.730" v="79" actId="20577"/>
        <pc:sldMkLst>
          <pc:docMk/>
          <pc:sldMk cId="1276673118" sldId="303"/>
        </pc:sldMkLst>
        <pc:graphicFrameChg chg="modGraphic">
          <ac:chgData name="Matthew Holman" userId="3004dbd67fb7f2ca" providerId="LiveId" clId="{989F7DD5-FB46-46AE-A560-D9AA33C9E89A}" dt="2023-02-14T18:07:36.730" v="79" actId="20577"/>
          <ac:graphicFrameMkLst>
            <pc:docMk/>
            <pc:sldMk cId="1276673118" sldId="303"/>
            <ac:graphicFrameMk id="4" creationId="{4121139E-BCDF-905A-C1C7-58CA8F97A243}"/>
          </ac:graphicFrameMkLst>
        </pc:graphicFrameChg>
      </pc:sldChg>
    </pc:docChg>
  </pc:docChgLst>
  <pc:docChgLst>
    <pc:chgData name="Matthew" userId="3004dbd67fb7f2ca" providerId="LiveId" clId="{F3D0CA3F-6117-4E72-81EB-61F58F5FF80A}"/>
    <pc:docChg chg="modSld">
      <pc:chgData name="Matthew" userId="3004dbd67fb7f2ca" providerId="LiveId" clId="{F3D0CA3F-6117-4E72-81EB-61F58F5FF80A}" dt="2023-02-20T21:52:40.439" v="5" actId="20577"/>
      <pc:docMkLst>
        <pc:docMk/>
      </pc:docMkLst>
      <pc:sldChg chg="modSp mod">
        <pc:chgData name="Matthew" userId="3004dbd67fb7f2ca" providerId="LiveId" clId="{F3D0CA3F-6117-4E72-81EB-61F58F5FF80A}" dt="2023-02-20T21:52:40.439" v="5" actId="20577"/>
        <pc:sldMkLst>
          <pc:docMk/>
          <pc:sldMk cId="3216822840" sldId="256"/>
        </pc:sldMkLst>
        <pc:spChg chg="mod">
          <ac:chgData name="Matthew" userId="3004dbd67fb7f2ca" providerId="LiveId" clId="{F3D0CA3F-6117-4E72-81EB-61F58F5FF80A}" dt="2023-02-20T21:52:40.439" v="5" actId="20577"/>
          <ac:spMkLst>
            <pc:docMk/>
            <pc:sldMk cId="3216822840" sldId="256"/>
            <ac:spMk id="2" creationId="{427DBAE9-EF64-6E8D-397C-EBFEBF00850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A9F68-98B3-F5CB-CF80-E56A377D0D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F68425-D8D9-7C76-1FF5-1EA38766B9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29D055-1878-988E-BF8F-7AC80053537C}"/>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5" name="Footer Placeholder 4">
            <a:extLst>
              <a:ext uri="{FF2B5EF4-FFF2-40B4-BE49-F238E27FC236}">
                <a16:creationId xmlns:a16="http://schemas.microsoft.com/office/drawing/2014/main" id="{DBB8CE53-D17A-64A7-FCC8-C007003631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0C4341-25F4-156F-3BE0-A30AAC2F62FC}"/>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1900375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99E9-65EB-9012-1E2F-C3C7799902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13071A-E50D-DAFE-2B6D-B8A7EC7997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9B1DD3-E092-C745-6851-350B7648301C}"/>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5" name="Footer Placeholder 4">
            <a:extLst>
              <a:ext uri="{FF2B5EF4-FFF2-40B4-BE49-F238E27FC236}">
                <a16:creationId xmlns:a16="http://schemas.microsoft.com/office/drawing/2014/main" id="{E1DE0CBC-BB24-69EA-5303-D5A1A01137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6586F-95C3-2ADA-3C06-C32C156DE075}"/>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2338285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BBA5D-A503-B4F9-2ABF-787AF16481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5DFE5B-9919-DD6C-A75F-9B3043315B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3DE203-D840-1050-3A1D-7AF66955623C}"/>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5" name="Footer Placeholder 4">
            <a:extLst>
              <a:ext uri="{FF2B5EF4-FFF2-40B4-BE49-F238E27FC236}">
                <a16:creationId xmlns:a16="http://schemas.microsoft.com/office/drawing/2014/main" id="{ACD8D7D3-AA72-EB15-E416-3A05B43F4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7DE783-BA42-32A6-4B6D-99B2A4523AB2}"/>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801036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EBD6-7CDB-5DAB-9681-A821A09545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267BF4-1FC3-488D-FEC1-AF11DE97E9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A9FC60-9C75-BFBE-303B-B30F70A54F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C7D478-D244-506B-1203-B66F0630B995}"/>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6" name="Footer Placeholder 5">
            <a:extLst>
              <a:ext uri="{FF2B5EF4-FFF2-40B4-BE49-F238E27FC236}">
                <a16:creationId xmlns:a16="http://schemas.microsoft.com/office/drawing/2014/main" id="{3AA73AD1-74FE-8DBF-D83B-9B15A8FAAC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BC3693-971E-319A-6B15-D8A608B2CD01}"/>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423417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E9A6-D3B0-2431-D522-F9D981E3FC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C3B46F-5BC9-D107-9CF9-132DEC92FC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44D1BC-8687-16BA-CD25-28DD9C0471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4FD8E0-1A36-F616-6831-E900932B6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F6A361-2F8E-6706-D03D-930B3D55D4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A0DDDD-A613-C115-4CB4-5C0F3045F634}"/>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8" name="Footer Placeholder 7">
            <a:extLst>
              <a:ext uri="{FF2B5EF4-FFF2-40B4-BE49-F238E27FC236}">
                <a16:creationId xmlns:a16="http://schemas.microsoft.com/office/drawing/2014/main" id="{D152B3FD-620E-2012-676C-29B5A32725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A55D81-3F37-546B-7C81-B3D356E9AE0B}"/>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1973164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1814D-BF74-C9FD-D164-FF26317B5F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60B699-C743-7DFC-3B4F-3374E12318C7}"/>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4" name="Footer Placeholder 3">
            <a:extLst>
              <a:ext uri="{FF2B5EF4-FFF2-40B4-BE49-F238E27FC236}">
                <a16:creationId xmlns:a16="http://schemas.microsoft.com/office/drawing/2014/main" id="{E277D04F-3ADB-52F3-BD3E-3CFC6ABE78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DBDBC8-25EE-AADB-E2BC-5FB1395F8BA1}"/>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319054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988776-9CF9-9D6A-E6DF-10B3B7900D8E}"/>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3" name="Footer Placeholder 2">
            <a:extLst>
              <a:ext uri="{FF2B5EF4-FFF2-40B4-BE49-F238E27FC236}">
                <a16:creationId xmlns:a16="http://schemas.microsoft.com/office/drawing/2014/main" id="{5E211C1B-E2F8-DB95-8396-9EECA18A92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C30380-D2E2-6EB6-B1D5-4997C19941AC}"/>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2675595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5FE81-0E02-9D48-460D-3472206EB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5FF922-EAD0-FE88-F49E-2DC0394C41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26C05F-3295-6973-27DE-057FE08B22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EC3EE-1AE3-6410-9F5C-FB1B6B9DB3A0}"/>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6" name="Footer Placeholder 5">
            <a:extLst>
              <a:ext uri="{FF2B5EF4-FFF2-40B4-BE49-F238E27FC236}">
                <a16:creationId xmlns:a16="http://schemas.microsoft.com/office/drawing/2014/main" id="{CB6670EF-A7FF-B918-C1B2-CC4849A101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A82219-AAE9-CF3B-D7A5-79A6F1C71AB8}"/>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3736749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7B86-DFAC-9516-ADA9-02F14E8F2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596341-E142-9E32-886B-C03D8AEB50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85A5CD-C62F-6B79-1704-5E90820EF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A3D293-2899-488D-E02F-AE50166D3594}"/>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6" name="Footer Placeholder 5">
            <a:extLst>
              <a:ext uri="{FF2B5EF4-FFF2-40B4-BE49-F238E27FC236}">
                <a16:creationId xmlns:a16="http://schemas.microsoft.com/office/drawing/2014/main" id="{5F764F5B-7A09-A2D2-0778-5381FD8DE0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EA0B80-A445-0BBF-AD4F-10732B709081}"/>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695034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469AF-A2D8-6EF1-8CFC-F7EFB86B04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CA2E90-350B-7E49-F201-168B25CD92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69FBB-E1BD-9551-5ED1-348E219F2357}"/>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5" name="Footer Placeholder 4">
            <a:extLst>
              <a:ext uri="{FF2B5EF4-FFF2-40B4-BE49-F238E27FC236}">
                <a16:creationId xmlns:a16="http://schemas.microsoft.com/office/drawing/2014/main" id="{26ED20F5-E555-036A-86E2-F32F936A8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90B294-A3CE-8A49-9287-0A40256A2AC6}"/>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1125087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D13F8F-7ED1-E5F5-CD39-C9CBE7CE26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63DA2C-1143-6D76-FA33-CEEE784378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DD42E1-2116-9261-BB92-B6FBAD311B1C}"/>
              </a:ext>
            </a:extLst>
          </p:cNvPr>
          <p:cNvSpPr>
            <a:spLocks noGrp="1"/>
          </p:cNvSpPr>
          <p:nvPr>
            <p:ph type="dt" sz="half" idx="10"/>
          </p:nvPr>
        </p:nvSpPr>
        <p:spPr/>
        <p:txBody>
          <a:bodyPr/>
          <a:lstStyle/>
          <a:p>
            <a:fld id="{398606A2-0609-43B6-995F-8690E440FF6B}" type="datetimeFigureOut">
              <a:rPr lang="en-US" smtClean="0"/>
              <a:t>3/25/2023</a:t>
            </a:fld>
            <a:endParaRPr lang="en-US"/>
          </a:p>
        </p:txBody>
      </p:sp>
      <p:sp>
        <p:nvSpPr>
          <p:cNvPr id="5" name="Footer Placeholder 4">
            <a:extLst>
              <a:ext uri="{FF2B5EF4-FFF2-40B4-BE49-F238E27FC236}">
                <a16:creationId xmlns:a16="http://schemas.microsoft.com/office/drawing/2014/main" id="{9C8B6190-1394-78FE-953C-289271821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45334F-381E-760D-349C-620B9552DB5D}"/>
              </a:ext>
            </a:extLst>
          </p:cNvPr>
          <p:cNvSpPr>
            <a:spLocks noGrp="1"/>
          </p:cNvSpPr>
          <p:nvPr>
            <p:ph type="sldNum" sz="quarter" idx="12"/>
          </p:nvPr>
        </p:nvSpPr>
        <p:spPr/>
        <p:txBody>
          <a:bodyPr/>
          <a:lstStyle/>
          <a:p>
            <a:fld id="{75898700-AFB7-453D-A40C-53B0D26A3F77}" type="slidenum">
              <a:rPr lang="en-US" smtClean="0"/>
              <a:t>‹#›</a:t>
            </a:fld>
            <a:endParaRPr lang="en-US"/>
          </a:p>
        </p:txBody>
      </p:sp>
    </p:spTree>
    <p:extLst>
      <p:ext uri="{BB962C8B-B14F-4D97-AF65-F5344CB8AC3E}">
        <p14:creationId xmlns:p14="http://schemas.microsoft.com/office/powerpoint/2010/main" val="809984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A8FEB-16C6-A2C3-26A1-49C4040D30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32ED02-1DD1-7A22-60BB-AD594E6798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D0E60-9A9E-58CE-A5EB-A15C24404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8606A2-0609-43B6-995F-8690E440FF6B}" type="datetimeFigureOut">
              <a:rPr lang="en-US" smtClean="0"/>
              <a:t>3/25/2023</a:t>
            </a:fld>
            <a:endParaRPr lang="en-US"/>
          </a:p>
        </p:txBody>
      </p:sp>
      <p:sp>
        <p:nvSpPr>
          <p:cNvPr id="5" name="Footer Placeholder 4">
            <a:extLst>
              <a:ext uri="{FF2B5EF4-FFF2-40B4-BE49-F238E27FC236}">
                <a16:creationId xmlns:a16="http://schemas.microsoft.com/office/drawing/2014/main" id="{29E960D0-8733-AFBD-800C-57E0A8EEC1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42332E6-0A7D-C4C4-E485-10AFD7FEC4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898700-AFB7-453D-A40C-53B0D26A3F77}" type="slidenum">
              <a:rPr lang="en-US" smtClean="0"/>
              <a:t>‹#›</a:t>
            </a:fld>
            <a:endParaRPr lang="en-US"/>
          </a:p>
        </p:txBody>
      </p:sp>
    </p:spTree>
    <p:extLst>
      <p:ext uri="{BB962C8B-B14F-4D97-AF65-F5344CB8AC3E}">
        <p14:creationId xmlns:p14="http://schemas.microsoft.com/office/powerpoint/2010/main" val="3960618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runestone.academy/ns/books/published/ISU_COM_S_127_S23/FrontBackMatter/fdl-1.3.html" TargetMode="External"/><Relationship Id="rId2" Type="http://schemas.openxmlformats.org/officeDocument/2006/relationships/hyperlink" Target="https://runestone.academy/ns/books/published/ISU_COM_S_127_S23/FrontBackMatter/copyright.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runestone.academy/ns/books/published/thinkcspy/index.html?mode=browsing" TargetMode="External"/><Relationship Id="rId2" Type="http://schemas.openxmlformats.org/officeDocument/2006/relationships/hyperlink" Target="https://github.com/RunestoneInteractive/thinkcsp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docs.python.org/py3k/library/stdtypes.html#mapping-types-dic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BAE9-EF64-6E8D-397C-EBFEBF00850D}"/>
              </a:ext>
            </a:extLst>
          </p:cNvPr>
          <p:cNvSpPr>
            <a:spLocks noGrp="1"/>
          </p:cNvSpPr>
          <p:nvPr>
            <p:ph type="ctrTitle"/>
          </p:nvPr>
        </p:nvSpPr>
        <p:spPr/>
        <p:txBody>
          <a:bodyPr/>
          <a:lstStyle/>
          <a:p>
            <a:r>
              <a:rPr lang="en-US" dirty="0"/>
              <a:t>Dictionaries</a:t>
            </a:r>
          </a:p>
        </p:txBody>
      </p:sp>
      <p:sp>
        <p:nvSpPr>
          <p:cNvPr id="3" name="Subtitle 2">
            <a:extLst>
              <a:ext uri="{FF2B5EF4-FFF2-40B4-BE49-F238E27FC236}">
                <a16:creationId xmlns:a16="http://schemas.microsoft.com/office/drawing/2014/main" id="{0D31AA25-50AB-B744-53E9-A81C4F733FF9}"/>
              </a:ext>
            </a:extLst>
          </p:cNvPr>
          <p:cNvSpPr>
            <a:spLocks noGrp="1"/>
          </p:cNvSpPr>
          <p:nvPr>
            <p:ph type="subTitle" idx="1"/>
          </p:nvPr>
        </p:nvSpPr>
        <p:spPr/>
        <p:txBody>
          <a:bodyPr/>
          <a:lstStyle/>
          <a:p>
            <a:r>
              <a:rPr lang="en-US" dirty="0"/>
              <a:t>COM S 127</a:t>
            </a:r>
          </a:p>
        </p:txBody>
      </p:sp>
    </p:spTree>
    <p:extLst>
      <p:ext uri="{BB962C8B-B14F-4D97-AF65-F5344CB8AC3E}">
        <p14:creationId xmlns:p14="http://schemas.microsoft.com/office/powerpoint/2010/main" val="3216822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409E-D667-DE72-D504-01248EDF5070}"/>
              </a:ext>
            </a:extLst>
          </p:cNvPr>
          <p:cNvSpPr>
            <a:spLocks noGrp="1"/>
          </p:cNvSpPr>
          <p:nvPr>
            <p:ph type="title"/>
          </p:nvPr>
        </p:nvSpPr>
        <p:spPr/>
        <p:txBody>
          <a:bodyPr/>
          <a:lstStyle/>
          <a:p>
            <a:r>
              <a:rPr lang="en-US" dirty="0"/>
              <a:t>Copyright Notice</a:t>
            </a:r>
          </a:p>
        </p:txBody>
      </p:sp>
      <p:sp>
        <p:nvSpPr>
          <p:cNvPr id="3" name="Content Placeholder 2">
            <a:extLst>
              <a:ext uri="{FF2B5EF4-FFF2-40B4-BE49-F238E27FC236}">
                <a16:creationId xmlns:a16="http://schemas.microsoft.com/office/drawing/2014/main" id="{873E098B-8716-4F91-7BC6-0F449A7D1B25}"/>
              </a:ext>
            </a:extLst>
          </p:cNvPr>
          <p:cNvSpPr>
            <a:spLocks noGrp="1"/>
          </p:cNvSpPr>
          <p:nvPr>
            <p:ph idx="1"/>
          </p:nvPr>
        </p:nvSpPr>
        <p:spPr>
          <a:xfrm>
            <a:off x="1431036" y="1690688"/>
            <a:ext cx="9329928" cy="4351338"/>
          </a:xfrm>
        </p:spPr>
        <p:txBody>
          <a:bodyPr>
            <a:normAutofit/>
          </a:bodyPr>
          <a:lstStyle/>
          <a:p>
            <a:pPr marL="0" indent="0">
              <a:buNone/>
            </a:pPr>
            <a:r>
              <a:rPr lang="en-US" sz="2400" dirty="0"/>
              <a:t>Copyright (C)  2023  Matthew Holman.</a:t>
            </a:r>
          </a:p>
          <a:p>
            <a:pPr marL="0" indent="0">
              <a:buNone/>
            </a:pPr>
            <a:r>
              <a:rPr lang="en-US" sz="2400" dirty="0"/>
              <a:t>Permission is granted to copy, distribute and/or modify this document</a:t>
            </a:r>
          </a:p>
          <a:p>
            <a:pPr marL="0" indent="0">
              <a:buNone/>
            </a:pPr>
            <a:r>
              <a:rPr lang="en-US" sz="2400" dirty="0"/>
              <a:t>under the terms of the GNU Free Documentation License, Version 1.3</a:t>
            </a:r>
          </a:p>
          <a:p>
            <a:pPr marL="0" indent="0">
              <a:buNone/>
            </a:pPr>
            <a:r>
              <a:rPr lang="en-US" sz="2400" dirty="0"/>
              <a:t>or any later version published by the Free Software Foundation;</a:t>
            </a:r>
          </a:p>
          <a:p>
            <a:pPr marL="0" indent="0">
              <a:buNone/>
            </a:pPr>
            <a:r>
              <a:rPr lang="en-US" sz="2400" dirty="0"/>
              <a:t>with no Invariant Sections, no Front-Cover Texts, and no Back-Cover Texts.</a:t>
            </a:r>
          </a:p>
          <a:p>
            <a:pPr marL="0" indent="0">
              <a:buNone/>
            </a:pPr>
            <a:r>
              <a:rPr lang="en-US" sz="2400" dirty="0"/>
              <a:t>A copy of the license is included in the section entitled "GNU</a:t>
            </a:r>
          </a:p>
          <a:p>
            <a:pPr marL="0" indent="0">
              <a:buNone/>
            </a:pPr>
            <a:r>
              <a:rPr lang="en-US" sz="2400" dirty="0"/>
              <a:t>Free Documentation License".</a:t>
            </a:r>
          </a:p>
        </p:txBody>
      </p:sp>
    </p:spTree>
    <p:extLst>
      <p:ext uri="{BB962C8B-B14F-4D97-AF65-F5344CB8AC3E}">
        <p14:creationId xmlns:p14="http://schemas.microsoft.com/office/powerpoint/2010/main" val="159893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2C3D4-EF1B-19F4-F475-EDFBDBFAB26B}"/>
              </a:ext>
            </a:extLst>
          </p:cNvPr>
          <p:cNvSpPr>
            <a:spLocks noGrp="1"/>
          </p:cNvSpPr>
          <p:nvPr>
            <p:ph type="title"/>
          </p:nvPr>
        </p:nvSpPr>
        <p:spPr/>
        <p:txBody>
          <a:bodyPr/>
          <a:lstStyle/>
          <a:p>
            <a:r>
              <a:rPr lang="en-US" dirty="0"/>
              <a:t>Copyright Notice</a:t>
            </a:r>
          </a:p>
        </p:txBody>
      </p:sp>
      <p:sp>
        <p:nvSpPr>
          <p:cNvPr id="3" name="Content Placeholder 2">
            <a:extLst>
              <a:ext uri="{FF2B5EF4-FFF2-40B4-BE49-F238E27FC236}">
                <a16:creationId xmlns:a16="http://schemas.microsoft.com/office/drawing/2014/main" id="{DB9EF1E2-5E4E-E5E2-0AA2-680DAF3B2075}"/>
              </a:ext>
            </a:extLst>
          </p:cNvPr>
          <p:cNvSpPr>
            <a:spLocks noGrp="1"/>
          </p:cNvSpPr>
          <p:nvPr>
            <p:ph idx="1"/>
          </p:nvPr>
        </p:nvSpPr>
        <p:spPr/>
        <p:txBody>
          <a:bodyPr/>
          <a:lstStyle/>
          <a:p>
            <a:r>
              <a:rPr lang="en-US" dirty="0">
                <a:hlinkClick r:id="rId2"/>
              </a:rPr>
              <a:t>https://runestone.academy/ns/books/published/ISU_COM_S_127_S23/FrontBackMatter/copyright.html</a:t>
            </a:r>
            <a:endParaRPr lang="en-US" dirty="0"/>
          </a:p>
          <a:p>
            <a:r>
              <a:rPr lang="en-US" dirty="0">
                <a:hlinkClick r:id="rId3"/>
              </a:rPr>
              <a:t>https://runestone.academy/ns/books/published/ISU_COM_S_127_S23/FrontBackMatter/fdl-1.3.html</a:t>
            </a:r>
            <a:endParaRPr lang="en-US" dirty="0"/>
          </a:p>
          <a:p>
            <a:endParaRPr lang="en-US" dirty="0"/>
          </a:p>
          <a:p>
            <a:pPr marL="0" indent="0">
              <a:buNone/>
            </a:pPr>
            <a:endParaRPr lang="en-US" dirty="0"/>
          </a:p>
        </p:txBody>
      </p:sp>
    </p:spTree>
    <p:extLst>
      <p:ext uri="{BB962C8B-B14F-4D97-AF65-F5344CB8AC3E}">
        <p14:creationId xmlns:p14="http://schemas.microsoft.com/office/powerpoint/2010/main" val="3273870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0D589-6364-334F-7CFA-1E8457C3E303}"/>
              </a:ext>
            </a:extLst>
          </p:cNvPr>
          <p:cNvSpPr>
            <a:spLocks noGrp="1"/>
          </p:cNvSpPr>
          <p:nvPr>
            <p:ph type="title"/>
          </p:nvPr>
        </p:nvSpPr>
        <p:spPr/>
        <p:txBody>
          <a:bodyPr/>
          <a:lstStyle/>
          <a:p>
            <a:r>
              <a:rPr lang="en-US" dirty="0"/>
              <a:t>Citation</a:t>
            </a:r>
          </a:p>
        </p:txBody>
      </p:sp>
      <p:sp>
        <p:nvSpPr>
          <p:cNvPr id="3" name="Content Placeholder 2">
            <a:extLst>
              <a:ext uri="{FF2B5EF4-FFF2-40B4-BE49-F238E27FC236}">
                <a16:creationId xmlns:a16="http://schemas.microsoft.com/office/drawing/2014/main" id="{D6BF1FEB-41FE-ED53-3805-DD2B95E79528}"/>
              </a:ext>
            </a:extLst>
          </p:cNvPr>
          <p:cNvSpPr>
            <a:spLocks noGrp="1"/>
          </p:cNvSpPr>
          <p:nvPr>
            <p:ph idx="1"/>
          </p:nvPr>
        </p:nvSpPr>
        <p:spPr>
          <a:xfrm>
            <a:off x="838200" y="1825624"/>
            <a:ext cx="10515600" cy="4950080"/>
          </a:xfrm>
        </p:spPr>
        <p:txBody>
          <a:bodyPr>
            <a:normAutofit fontScale="85000" lnSpcReduction="20000"/>
          </a:bodyPr>
          <a:lstStyle/>
          <a:p>
            <a:r>
              <a:rPr lang="en-US" dirty="0"/>
              <a:t>Much of the information presented in these slides is adapted and quoted from information found in the following online textbook:</a:t>
            </a:r>
          </a:p>
          <a:p>
            <a:pPr lvl="1"/>
            <a:r>
              <a:rPr lang="en-US" dirty="0"/>
              <a:t>“</a:t>
            </a:r>
            <a:r>
              <a:rPr lang="en-US" b="1" dirty="0"/>
              <a:t>How to Think Like a Computer Scientist: Interactive Edition</a:t>
            </a:r>
            <a:r>
              <a:rPr lang="en-US" dirty="0"/>
              <a:t>” By Jeffrey </a:t>
            </a:r>
            <a:r>
              <a:rPr lang="en-US" dirty="0" err="1"/>
              <a:t>Elkner</a:t>
            </a:r>
            <a:r>
              <a:rPr lang="en-US" dirty="0"/>
              <a:t>, Peter Wentworth, Allen B. Downey, Chris Meyers, and Dario Mitchell. </a:t>
            </a:r>
          </a:p>
          <a:p>
            <a:pPr lvl="1"/>
            <a:r>
              <a:rPr lang="en-US" dirty="0"/>
              <a:t>As per the documentation on the </a:t>
            </a:r>
            <a:r>
              <a:rPr lang="en-US" dirty="0" err="1"/>
              <a:t>RunestoneInteractive</a:t>
            </a:r>
            <a:r>
              <a:rPr lang="en-US" dirty="0"/>
              <a:t> GitHub page, </a:t>
            </a:r>
            <a:r>
              <a:rPr lang="en-US" dirty="0">
                <a:hlinkClick r:id="rId2"/>
              </a:rPr>
              <a:t>https://github.com/RunestoneInteractive/thinkcspy</a:t>
            </a:r>
            <a:r>
              <a:rPr lang="en-US" dirty="0"/>
              <a:t>, “Since 2011 Brad Miller, David </a:t>
            </a:r>
            <a:r>
              <a:rPr lang="en-US" dirty="0" err="1"/>
              <a:t>Ranum</a:t>
            </a:r>
            <a:r>
              <a:rPr lang="en-US" dirty="0"/>
              <a:t>, Barbara Ericson, Mark </a:t>
            </a:r>
            <a:r>
              <a:rPr lang="en-US" dirty="0" err="1"/>
              <a:t>Guzdial</a:t>
            </a:r>
            <a:r>
              <a:rPr lang="en-US" dirty="0"/>
              <a:t>, and many others have built on the text making it interactive”.</a:t>
            </a:r>
          </a:p>
          <a:p>
            <a:pPr lvl="1"/>
            <a:r>
              <a:rPr lang="en-US" dirty="0"/>
              <a:t>The book can be found here: </a:t>
            </a:r>
            <a:r>
              <a:rPr lang="en-US" dirty="0">
                <a:hlinkClick r:id="rId3"/>
              </a:rPr>
              <a:t>https://runestone.academy/ns/books/published/thinkcspy/index.html?mode=browsing</a:t>
            </a:r>
            <a:endParaRPr lang="en-US" dirty="0"/>
          </a:p>
          <a:p>
            <a:pPr lvl="1"/>
            <a:r>
              <a:rPr lang="en-US" dirty="0"/>
              <a:t>References to the book will be abbreviated here as “thinkcspy” for brevity.</a:t>
            </a:r>
          </a:p>
          <a:p>
            <a:pPr lvl="1"/>
            <a:r>
              <a:rPr lang="en-US" dirty="0"/>
              <a:t>Although we are using a class-specific link to the book, the contents of the book should be the same as the one linked to above.</a:t>
            </a:r>
          </a:p>
          <a:p>
            <a:pPr lvl="1"/>
            <a:r>
              <a:rPr lang="en-US" dirty="0"/>
              <a:t>Verbatim quotes from specific sections will be presented in brackets. ex: [thinkcspy 1.2]</a:t>
            </a:r>
          </a:p>
          <a:p>
            <a:pPr lvl="1"/>
            <a:r>
              <a:rPr lang="en-US" dirty="0"/>
              <a:t>Items that come from the instructor, not the book, will be marked in brackets. ex: [MH]</a:t>
            </a:r>
          </a:p>
          <a:p>
            <a:pPr lvl="1"/>
            <a:r>
              <a:rPr lang="en-US" dirty="0"/>
              <a:t>Items that come from another source entirely will be clearly cited in the slide.</a:t>
            </a:r>
          </a:p>
          <a:p>
            <a:pPr lvl="1"/>
            <a:r>
              <a:rPr lang="en-US" dirty="0"/>
              <a:t>Everything that is not a verbatim quote, an instructor item, or cited from another source can be considered adapted from the book from the section of the book referenced in a slide’s title text.</a:t>
            </a:r>
          </a:p>
          <a:p>
            <a:pPr lvl="1"/>
            <a:r>
              <a:rPr lang="en-US" dirty="0"/>
              <a:t>Accessed: 3-25-2023</a:t>
            </a:r>
          </a:p>
        </p:txBody>
      </p:sp>
    </p:spTree>
    <p:extLst>
      <p:ext uri="{BB962C8B-B14F-4D97-AF65-F5344CB8AC3E}">
        <p14:creationId xmlns:p14="http://schemas.microsoft.com/office/powerpoint/2010/main" val="3696798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2BA1-3092-CB58-9AE5-79351E962DE7}"/>
              </a:ext>
            </a:extLst>
          </p:cNvPr>
          <p:cNvSpPr>
            <a:spLocks noGrp="1"/>
          </p:cNvSpPr>
          <p:nvPr>
            <p:ph type="title"/>
          </p:nvPr>
        </p:nvSpPr>
        <p:spPr/>
        <p:txBody>
          <a:bodyPr/>
          <a:lstStyle/>
          <a:p>
            <a:r>
              <a:rPr lang="en-US" dirty="0"/>
              <a:t>Dictionaries [</a:t>
            </a:r>
            <a:r>
              <a:rPr lang="en-US" dirty="0" err="1"/>
              <a:t>thinkcspy</a:t>
            </a:r>
            <a:r>
              <a:rPr lang="en-US" dirty="0"/>
              <a:t> 12.1]</a:t>
            </a:r>
          </a:p>
        </p:txBody>
      </p:sp>
      <p:sp>
        <p:nvSpPr>
          <p:cNvPr id="3" name="Content Placeholder 2">
            <a:extLst>
              <a:ext uri="{FF2B5EF4-FFF2-40B4-BE49-F238E27FC236}">
                <a16:creationId xmlns:a16="http://schemas.microsoft.com/office/drawing/2014/main" id="{C08CC875-856D-83DB-C601-7F43C5800E47}"/>
              </a:ext>
            </a:extLst>
          </p:cNvPr>
          <p:cNvSpPr>
            <a:spLocks noGrp="1"/>
          </p:cNvSpPr>
          <p:nvPr>
            <p:ph idx="1"/>
          </p:nvPr>
        </p:nvSpPr>
        <p:spPr/>
        <p:txBody>
          <a:bodyPr/>
          <a:lstStyle/>
          <a:p>
            <a:r>
              <a:rPr lang="en-US" dirty="0"/>
              <a:t>“</a:t>
            </a:r>
            <a:r>
              <a:rPr lang="en-US" b="1" dirty="0"/>
              <a:t>Dictionaries</a:t>
            </a:r>
            <a:r>
              <a:rPr lang="en-US" dirty="0"/>
              <a:t>… are Python’s built-in </a:t>
            </a:r>
            <a:r>
              <a:rPr lang="en-US" b="1" dirty="0"/>
              <a:t>mapping type</a:t>
            </a:r>
            <a:r>
              <a:rPr lang="en-US" dirty="0"/>
              <a:t>.” [</a:t>
            </a:r>
            <a:r>
              <a:rPr lang="en-US" dirty="0" err="1"/>
              <a:t>thinkcspy</a:t>
            </a:r>
            <a:r>
              <a:rPr lang="en-US" dirty="0"/>
              <a:t> 12.1]</a:t>
            </a:r>
          </a:p>
          <a:p>
            <a:r>
              <a:rPr lang="en-US" dirty="0"/>
              <a:t>“A map is an unordered, associative collection.” [</a:t>
            </a:r>
            <a:r>
              <a:rPr lang="en-US" dirty="0" err="1"/>
              <a:t>thinkcspy</a:t>
            </a:r>
            <a:r>
              <a:rPr lang="en-US" dirty="0"/>
              <a:t> 12.1]</a:t>
            </a:r>
          </a:p>
          <a:p>
            <a:r>
              <a:rPr lang="en-US" dirty="0"/>
              <a:t>“The association, or mapping, is from a </a:t>
            </a:r>
            <a:r>
              <a:rPr lang="en-US" b="1" dirty="0"/>
              <a:t>key</a:t>
            </a:r>
            <a:r>
              <a:rPr lang="en-US" dirty="0"/>
              <a:t>, which can be any immutable type, to a </a:t>
            </a:r>
            <a:r>
              <a:rPr lang="en-US" b="1" dirty="0"/>
              <a:t>value</a:t>
            </a:r>
            <a:r>
              <a:rPr lang="en-US" dirty="0"/>
              <a:t>, which can be any Python data object.” [</a:t>
            </a:r>
            <a:r>
              <a:rPr lang="en-US" dirty="0" err="1"/>
              <a:t>thinkcspy</a:t>
            </a:r>
            <a:r>
              <a:rPr lang="en-US" dirty="0"/>
              <a:t> 12.1]</a:t>
            </a:r>
          </a:p>
          <a:p>
            <a:r>
              <a:rPr lang="en-US" dirty="0"/>
              <a:t>Ex:</a:t>
            </a:r>
          </a:p>
        </p:txBody>
      </p:sp>
      <p:sp>
        <p:nvSpPr>
          <p:cNvPr id="4" name="Rectangle 3">
            <a:extLst>
              <a:ext uri="{FF2B5EF4-FFF2-40B4-BE49-F238E27FC236}">
                <a16:creationId xmlns:a16="http://schemas.microsoft.com/office/drawing/2014/main" id="{3097BE2B-4506-9F15-4AB8-05A34D5B3257}"/>
              </a:ext>
            </a:extLst>
          </p:cNvPr>
          <p:cNvSpPr/>
          <p:nvPr/>
        </p:nvSpPr>
        <p:spPr>
          <a:xfrm>
            <a:off x="3289554" y="4695635"/>
            <a:ext cx="5612892" cy="1481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"Horsey"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"Horse"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"Cow"</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"Cat"</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"Tiger"</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"Turtle"</a:t>
            </a:r>
            <a:endParaRPr lang="en-US" b="0" dirty="0">
              <a:solidFill>
                <a:srgbClr val="D4D4D4"/>
              </a:solidFill>
              <a:effectLst/>
              <a:latin typeface="Consolas" panose="020B0609020204030204" pitchFamily="49" charset="0"/>
            </a:endParaRP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34267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65DD0-8089-3164-5C13-9E7E7B52F6C1}"/>
              </a:ext>
            </a:extLst>
          </p:cNvPr>
          <p:cNvSpPr>
            <a:spLocks noGrp="1"/>
          </p:cNvSpPr>
          <p:nvPr>
            <p:ph type="title"/>
          </p:nvPr>
        </p:nvSpPr>
        <p:spPr/>
        <p:txBody>
          <a:bodyPr/>
          <a:lstStyle/>
          <a:p>
            <a:r>
              <a:rPr lang="en-US" dirty="0"/>
              <a:t>Definition [Python Docs]</a:t>
            </a:r>
          </a:p>
        </p:txBody>
      </p:sp>
      <p:sp>
        <p:nvSpPr>
          <p:cNvPr id="3" name="Content Placeholder 2">
            <a:extLst>
              <a:ext uri="{FF2B5EF4-FFF2-40B4-BE49-F238E27FC236}">
                <a16:creationId xmlns:a16="http://schemas.microsoft.com/office/drawing/2014/main" id="{A9F05DDE-5A6A-D3B4-5D40-98966666A94D}"/>
              </a:ext>
            </a:extLst>
          </p:cNvPr>
          <p:cNvSpPr>
            <a:spLocks noGrp="1"/>
          </p:cNvSpPr>
          <p:nvPr>
            <p:ph idx="1"/>
          </p:nvPr>
        </p:nvSpPr>
        <p:spPr/>
        <p:txBody>
          <a:bodyPr>
            <a:normAutofit/>
          </a:bodyPr>
          <a:lstStyle/>
          <a:p>
            <a:r>
              <a:rPr lang="en-US" dirty="0"/>
              <a:t>Think of dictionaries as the </a:t>
            </a:r>
            <a:r>
              <a:rPr lang="en-US" b="1" i="1" dirty="0"/>
              <a:t>pair</a:t>
            </a:r>
            <a:r>
              <a:rPr lang="en-US" dirty="0"/>
              <a:t> of a </a:t>
            </a:r>
            <a:r>
              <a:rPr lang="en-US" b="1" i="1" dirty="0"/>
              <a:t>key</a:t>
            </a:r>
            <a:r>
              <a:rPr lang="en-US" dirty="0"/>
              <a:t> and associated </a:t>
            </a:r>
            <a:r>
              <a:rPr lang="en-US" b="1" i="1" dirty="0"/>
              <a:t>value</a:t>
            </a:r>
            <a:r>
              <a:rPr lang="en-US" dirty="0"/>
              <a:t>. </a:t>
            </a:r>
          </a:p>
          <a:p>
            <a:endParaRPr lang="en-US" dirty="0"/>
          </a:p>
          <a:p>
            <a:r>
              <a:rPr lang="en-US" dirty="0"/>
              <a:t>Dictionaries are like lists; they can be </a:t>
            </a:r>
            <a:r>
              <a:rPr lang="en-US" b="1" i="1" dirty="0"/>
              <a:t>indexed</a:t>
            </a:r>
            <a:r>
              <a:rPr lang="en-US" i="1" dirty="0"/>
              <a:t> </a:t>
            </a:r>
            <a:r>
              <a:rPr lang="en-US" dirty="0"/>
              <a:t>into to retrieve a </a:t>
            </a:r>
            <a:r>
              <a:rPr lang="en-US" b="1" i="1" dirty="0"/>
              <a:t>value</a:t>
            </a:r>
            <a:r>
              <a:rPr lang="en-US" dirty="0"/>
              <a:t>. </a:t>
            </a:r>
          </a:p>
          <a:p>
            <a:pPr lvl="1"/>
            <a:r>
              <a:rPr lang="en-US" dirty="0"/>
              <a:t>Dictionaries are indexed into by their </a:t>
            </a:r>
            <a:r>
              <a:rPr lang="en-US" b="1" i="1" dirty="0"/>
              <a:t>key</a:t>
            </a:r>
            <a:r>
              <a:rPr lang="en-US" dirty="0"/>
              <a:t>.</a:t>
            </a:r>
            <a:endParaRPr lang="en-US" b="1" i="1" dirty="0"/>
          </a:p>
        </p:txBody>
      </p:sp>
      <p:sp>
        <p:nvSpPr>
          <p:cNvPr id="4" name="TextBox 3">
            <a:extLst>
              <a:ext uri="{FF2B5EF4-FFF2-40B4-BE49-F238E27FC236}">
                <a16:creationId xmlns:a16="http://schemas.microsoft.com/office/drawing/2014/main" id="{6D15DB6F-7311-98AD-432E-AFD1AA356137}"/>
              </a:ext>
            </a:extLst>
          </p:cNvPr>
          <p:cNvSpPr txBox="1"/>
          <p:nvPr/>
        </p:nvSpPr>
        <p:spPr>
          <a:xfrm>
            <a:off x="0" y="6211669"/>
            <a:ext cx="10515600" cy="646331"/>
          </a:xfrm>
          <a:prstGeom prst="rect">
            <a:avLst/>
          </a:prstGeom>
          <a:noFill/>
        </p:spPr>
        <p:txBody>
          <a:bodyPr wrap="square" rtlCol="0">
            <a:spAutoFit/>
          </a:bodyPr>
          <a:lstStyle/>
          <a:p>
            <a:r>
              <a:rPr lang="en-US" sz="1200" b="1" dirty="0"/>
              <a:t>CITATION</a:t>
            </a:r>
            <a:r>
              <a:rPr lang="en-US" sz="1200" dirty="0"/>
              <a:t>:  5.5. Dictionaries – From the Official Python Documentation</a:t>
            </a:r>
          </a:p>
          <a:p>
            <a:r>
              <a:rPr lang="en-US" sz="1200" b="1" dirty="0"/>
              <a:t>URL</a:t>
            </a:r>
            <a:r>
              <a:rPr lang="en-US" sz="1200" dirty="0"/>
              <a:t>: https://docs.python.org/3/tutorial/datastructures.html#dictionaries</a:t>
            </a:r>
          </a:p>
          <a:p>
            <a:r>
              <a:rPr lang="en-US" sz="1200" b="1" dirty="0"/>
              <a:t>ACCESSED</a:t>
            </a:r>
            <a:r>
              <a:rPr lang="en-US" sz="1200" dirty="0"/>
              <a:t>: 3-25-2023</a:t>
            </a:r>
          </a:p>
        </p:txBody>
      </p:sp>
    </p:spTree>
    <p:extLst>
      <p:ext uri="{BB962C8B-B14F-4D97-AF65-F5344CB8AC3E}">
        <p14:creationId xmlns:p14="http://schemas.microsoft.com/office/powerpoint/2010/main" val="3779076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65DD0-8089-3164-5C13-9E7E7B52F6C1}"/>
              </a:ext>
            </a:extLst>
          </p:cNvPr>
          <p:cNvSpPr>
            <a:spLocks noGrp="1"/>
          </p:cNvSpPr>
          <p:nvPr>
            <p:ph type="title"/>
          </p:nvPr>
        </p:nvSpPr>
        <p:spPr/>
        <p:txBody>
          <a:bodyPr/>
          <a:lstStyle/>
          <a:p>
            <a:r>
              <a:rPr lang="en-US" dirty="0"/>
              <a:t>Keys [Python Docs]</a:t>
            </a:r>
          </a:p>
        </p:txBody>
      </p:sp>
      <p:sp>
        <p:nvSpPr>
          <p:cNvPr id="3" name="Content Placeholder 2">
            <a:extLst>
              <a:ext uri="{FF2B5EF4-FFF2-40B4-BE49-F238E27FC236}">
                <a16:creationId xmlns:a16="http://schemas.microsoft.com/office/drawing/2014/main" id="{A9F05DDE-5A6A-D3B4-5D40-98966666A94D}"/>
              </a:ext>
            </a:extLst>
          </p:cNvPr>
          <p:cNvSpPr>
            <a:spLocks noGrp="1"/>
          </p:cNvSpPr>
          <p:nvPr>
            <p:ph idx="1"/>
          </p:nvPr>
        </p:nvSpPr>
        <p:spPr/>
        <p:txBody>
          <a:bodyPr>
            <a:normAutofit/>
          </a:bodyPr>
          <a:lstStyle/>
          <a:p>
            <a:r>
              <a:rPr lang="en-US" b="1" dirty="0"/>
              <a:t>Keys </a:t>
            </a:r>
          </a:p>
          <a:p>
            <a:pPr lvl="1"/>
            <a:r>
              <a:rPr lang="en-US" dirty="0"/>
              <a:t>Must be </a:t>
            </a:r>
            <a:r>
              <a:rPr lang="en-US" b="1" i="1" dirty="0"/>
              <a:t>unique</a:t>
            </a:r>
            <a:r>
              <a:rPr lang="en-US" dirty="0"/>
              <a:t>. </a:t>
            </a:r>
          </a:p>
          <a:p>
            <a:pPr lvl="1"/>
            <a:r>
              <a:rPr lang="en-US" dirty="0"/>
              <a:t>Can be any </a:t>
            </a:r>
            <a:r>
              <a:rPr lang="en-US" b="1" dirty="0"/>
              <a:t>immutable</a:t>
            </a:r>
            <a:r>
              <a:rPr lang="en-US" dirty="0"/>
              <a:t> type, which include:</a:t>
            </a:r>
          </a:p>
          <a:p>
            <a:pPr lvl="2"/>
            <a:r>
              <a:rPr lang="en-US" dirty="0"/>
              <a:t>Ex: </a:t>
            </a:r>
            <a:r>
              <a:rPr lang="en-US" b="1" dirty="0"/>
              <a:t>Strings</a:t>
            </a:r>
            <a:r>
              <a:rPr lang="en-US" dirty="0"/>
              <a:t>. </a:t>
            </a:r>
          </a:p>
          <a:p>
            <a:pPr lvl="2"/>
            <a:r>
              <a:rPr lang="en-US" dirty="0"/>
              <a:t>Ex: </a:t>
            </a:r>
            <a:r>
              <a:rPr lang="en-US" b="1" dirty="0"/>
              <a:t>Numbers</a:t>
            </a:r>
            <a:r>
              <a:rPr lang="en-US" dirty="0"/>
              <a:t>. </a:t>
            </a:r>
          </a:p>
          <a:p>
            <a:pPr lvl="2"/>
            <a:r>
              <a:rPr lang="en-US" dirty="0"/>
              <a:t>Ex: </a:t>
            </a:r>
            <a:r>
              <a:rPr lang="en-US" b="1" dirty="0"/>
              <a:t>Tuples</a:t>
            </a:r>
            <a:r>
              <a:rPr lang="en-US" dirty="0"/>
              <a:t>. </a:t>
            </a:r>
          </a:p>
          <a:p>
            <a:pPr lvl="3"/>
            <a:r>
              <a:rPr lang="en-US" b="1" i="1" dirty="0"/>
              <a:t>Must</a:t>
            </a:r>
            <a:r>
              <a:rPr lang="en-US" b="1" dirty="0"/>
              <a:t> contain immutable types</a:t>
            </a:r>
            <a:r>
              <a:rPr lang="en-US" dirty="0"/>
              <a:t>. </a:t>
            </a:r>
          </a:p>
        </p:txBody>
      </p:sp>
      <p:sp>
        <p:nvSpPr>
          <p:cNvPr id="4" name="TextBox 3">
            <a:extLst>
              <a:ext uri="{FF2B5EF4-FFF2-40B4-BE49-F238E27FC236}">
                <a16:creationId xmlns:a16="http://schemas.microsoft.com/office/drawing/2014/main" id="{6D15DB6F-7311-98AD-432E-AFD1AA356137}"/>
              </a:ext>
            </a:extLst>
          </p:cNvPr>
          <p:cNvSpPr txBox="1"/>
          <p:nvPr/>
        </p:nvSpPr>
        <p:spPr>
          <a:xfrm>
            <a:off x="0" y="6211669"/>
            <a:ext cx="4745736" cy="646331"/>
          </a:xfrm>
          <a:prstGeom prst="rect">
            <a:avLst/>
          </a:prstGeom>
          <a:noFill/>
        </p:spPr>
        <p:txBody>
          <a:bodyPr wrap="square" rtlCol="0">
            <a:spAutoFit/>
          </a:bodyPr>
          <a:lstStyle/>
          <a:p>
            <a:r>
              <a:rPr lang="en-US" sz="1200" b="1" dirty="0"/>
              <a:t>CITATION</a:t>
            </a:r>
            <a:r>
              <a:rPr lang="en-US" sz="1200" dirty="0"/>
              <a:t>:  5.5. Dictionaries – From the Official Python Documentation</a:t>
            </a:r>
          </a:p>
          <a:p>
            <a:r>
              <a:rPr lang="en-US" sz="1200" b="1" dirty="0"/>
              <a:t>URL</a:t>
            </a:r>
            <a:r>
              <a:rPr lang="en-US" sz="1200" dirty="0"/>
              <a:t>: https://docs.python.org/3/tutorial/datastructures.html#dictionaries</a:t>
            </a:r>
          </a:p>
          <a:p>
            <a:r>
              <a:rPr lang="en-US" sz="1200" b="1" dirty="0"/>
              <a:t>ACCESSED</a:t>
            </a:r>
            <a:r>
              <a:rPr lang="en-US" sz="1200" dirty="0"/>
              <a:t>: 3-25-2023</a:t>
            </a:r>
          </a:p>
        </p:txBody>
      </p:sp>
    </p:spTree>
    <p:extLst>
      <p:ext uri="{BB962C8B-B14F-4D97-AF65-F5344CB8AC3E}">
        <p14:creationId xmlns:p14="http://schemas.microsoft.com/office/powerpoint/2010/main" val="626335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65DD0-8089-3164-5C13-9E7E7B52F6C1}"/>
              </a:ext>
            </a:extLst>
          </p:cNvPr>
          <p:cNvSpPr>
            <a:spLocks noGrp="1"/>
          </p:cNvSpPr>
          <p:nvPr>
            <p:ph type="title"/>
          </p:nvPr>
        </p:nvSpPr>
        <p:spPr/>
        <p:txBody>
          <a:bodyPr/>
          <a:lstStyle/>
          <a:p>
            <a:r>
              <a:rPr lang="en-US" dirty="0"/>
              <a:t>Values [MH]</a:t>
            </a:r>
          </a:p>
        </p:txBody>
      </p:sp>
      <p:sp>
        <p:nvSpPr>
          <p:cNvPr id="3" name="Content Placeholder 2">
            <a:extLst>
              <a:ext uri="{FF2B5EF4-FFF2-40B4-BE49-F238E27FC236}">
                <a16:creationId xmlns:a16="http://schemas.microsoft.com/office/drawing/2014/main" id="{A9F05DDE-5A6A-D3B4-5D40-98966666A94D}"/>
              </a:ext>
            </a:extLst>
          </p:cNvPr>
          <p:cNvSpPr>
            <a:spLocks noGrp="1"/>
          </p:cNvSpPr>
          <p:nvPr>
            <p:ph idx="1"/>
          </p:nvPr>
        </p:nvSpPr>
        <p:spPr/>
        <p:txBody>
          <a:bodyPr>
            <a:normAutofit/>
          </a:bodyPr>
          <a:lstStyle/>
          <a:p>
            <a:r>
              <a:rPr lang="en-US" b="1" dirty="0"/>
              <a:t>Values</a:t>
            </a:r>
          </a:p>
          <a:p>
            <a:pPr lvl="1"/>
            <a:r>
              <a:rPr lang="en-US" dirty="0"/>
              <a:t>Do </a:t>
            </a:r>
            <a:r>
              <a:rPr lang="en-US" b="1" i="1" dirty="0"/>
              <a:t>not</a:t>
            </a:r>
            <a:r>
              <a:rPr lang="en-US" dirty="0"/>
              <a:t> have to be </a:t>
            </a:r>
            <a:r>
              <a:rPr lang="en-US" b="1" i="1" dirty="0"/>
              <a:t>unique</a:t>
            </a:r>
            <a:r>
              <a:rPr lang="en-US" dirty="0"/>
              <a:t>.</a:t>
            </a:r>
          </a:p>
          <a:p>
            <a:pPr lvl="1"/>
            <a:r>
              <a:rPr lang="en-US" dirty="0"/>
              <a:t>Can be any </a:t>
            </a:r>
            <a:r>
              <a:rPr lang="en-US" b="1" dirty="0"/>
              <a:t>mutable</a:t>
            </a:r>
            <a:r>
              <a:rPr lang="en-US" dirty="0"/>
              <a:t> type, which include:</a:t>
            </a:r>
          </a:p>
          <a:p>
            <a:pPr lvl="2"/>
            <a:r>
              <a:rPr lang="en-US" dirty="0"/>
              <a:t>Ex: </a:t>
            </a:r>
            <a:r>
              <a:rPr lang="en-US" b="1" dirty="0"/>
              <a:t>Lists</a:t>
            </a:r>
            <a:r>
              <a:rPr lang="en-US" dirty="0"/>
              <a:t> [</a:t>
            </a:r>
            <a:r>
              <a:rPr lang="en-US" dirty="0" err="1"/>
              <a:t>Janghu</a:t>
            </a:r>
            <a:r>
              <a:rPr lang="en-US" dirty="0"/>
              <a:t>]</a:t>
            </a:r>
            <a:endParaRPr lang="en-US" b="1" dirty="0"/>
          </a:p>
          <a:p>
            <a:pPr lvl="2"/>
            <a:r>
              <a:rPr lang="en-US" dirty="0"/>
              <a:t>Ex: </a:t>
            </a:r>
            <a:r>
              <a:rPr lang="en-US" b="1" dirty="0"/>
              <a:t>Dictionaries </a:t>
            </a:r>
            <a:r>
              <a:rPr lang="en-US" dirty="0"/>
              <a:t>[</a:t>
            </a:r>
            <a:r>
              <a:rPr lang="en-US" dirty="0" err="1"/>
              <a:t>Janghu</a:t>
            </a:r>
            <a:r>
              <a:rPr lang="en-US" dirty="0"/>
              <a:t>]</a:t>
            </a:r>
            <a:endParaRPr lang="en-US" b="1" dirty="0"/>
          </a:p>
          <a:p>
            <a:pPr lvl="2"/>
            <a:r>
              <a:rPr lang="en-US" dirty="0"/>
              <a:t>Ex: </a:t>
            </a:r>
            <a:r>
              <a:rPr lang="en-US" b="1" dirty="0"/>
              <a:t>Sets </a:t>
            </a:r>
            <a:r>
              <a:rPr lang="en-US" dirty="0"/>
              <a:t>[</a:t>
            </a:r>
            <a:r>
              <a:rPr lang="en-US" dirty="0" err="1"/>
              <a:t>Janghu</a:t>
            </a:r>
            <a:r>
              <a:rPr lang="en-US" dirty="0"/>
              <a:t>]</a:t>
            </a:r>
            <a:endParaRPr lang="en-US" b="1" dirty="0"/>
          </a:p>
          <a:p>
            <a:pPr lvl="1"/>
            <a:r>
              <a:rPr lang="en-US" dirty="0"/>
              <a:t>Can also be any </a:t>
            </a:r>
            <a:r>
              <a:rPr lang="en-US" b="1" dirty="0"/>
              <a:t>immutable</a:t>
            </a:r>
            <a:r>
              <a:rPr lang="en-US" dirty="0"/>
              <a:t> type, which include:</a:t>
            </a:r>
          </a:p>
          <a:p>
            <a:pPr lvl="2"/>
            <a:r>
              <a:rPr lang="en-US" dirty="0"/>
              <a:t>Ex: </a:t>
            </a:r>
            <a:r>
              <a:rPr lang="en-US" b="1" dirty="0"/>
              <a:t>Strings </a:t>
            </a:r>
            <a:r>
              <a:rPr lang="en-US" dirty="0"/>
              <a:t>[</a:t>
            </a:r>
            <a:r>
              <a:rPr lang="en-US" dirty="0" err="1"/>
              <a:t>Janghu</a:t>
            </a:r>
            <a:r>
              <a:rPr lang="en-US" dirty="0"/>
              <a:t>]</a:t>
            </a:r>
            <a:endParaRPr lang="en-US" b="1" dirty="0"/>
          </a:p>
          <a:p>
            <a:pPr lvl="2"/>
            <a:r>
              <a:rPr lang="en-US" dirty="0"/>
              <a:t>Ex: </a:t>
            </a:r>
            <a:r>
              <a:rPr lang="en-US" b="1" dirty="0"/>
              <a:t>Numbers </a:t>
            </a:r>
            <a:r>
              <a:rPr lang="en-US" dirty="0"/>
              <a:t>[</a:t>
            </a:r>
            <a:r>
              <a:rPr lang="en-US" dirty="0" err="1"/>
              <a:t>Janghu</a:t>
            </a:r>
            <a:r>
              <a:rPr lang="en-US" dirty="0"/>
              <a:t>]</a:t>
            </a:r>
            <a:endParaRPr lang="en-US" b="1" dirty="0"/>
          </a:p>
          <a:p>
            <a:pPr lvl="2"/>
            <a:r>
              <a:rPr lang="en-US" dirty="0"/>
              <a:t>Ex: </a:t>
            </a:r>
            <a:r>
              <a:rPr lang="en-US" b="1" dirty="0"/>
              <a:t>Tuples </a:t>
            </a:r>
            <a:r>
              <a:rPr lang="en-US" dirty="0"/>
              <a:t>[</a:t>
            </a:r>
            <a:r>
              <a:rPr lang="en-US" dirty="0" err="1"/>
              <a:t>Janghu</a:t>
            </a:r>
            <a:r>
              <a:rPr lang="en-US" dirty="0"/>
              <a:t>]</a:t>
            </a:r>
            <a:endParaRPr lang="en-US" b="1" dirty="0"/>
          </a:p>
          <a:p>
            <a:pPr lvl="3"/>
            <a:r>
              <a:rPr lang="en-US" b="1" i="1" dirty="0"/>
              <a:t>May</a:t>
            </a:r>
            <a:r>
              <a:rPr lang="en-US" b="1" dirty="0"/>
              <a:t> contain mutable types</a:t>
            </a:r>
            <a:r>
              <a:rPr lang="en-US" dirty="0"/>
              <a:t>.</a:t>
            </a:r>
          </a:p>
        </p:txBody>
      </p:sp>
      <p:sp>
        <p:nvSpPr>
          <p:cNvPr id="4" name="TextBox 3">
            <a:extLst>
              <a:ext uri="{FF2B5EF4-FFF2-40B4-BE49-F238E27FC236}">
                <a16:creationId xmlns:a16="http://schemas.microsoft.com/office/drawing/2014/main" id="{6D15DB6F-7311-98AD-432E-AFD1AA356137}"/>
              </a:ext>
            </a:extLst>
          </p:cNvPr>
          <p:cNvSpPr txBox="1"/>
          <p:nvPr/>
        </p:nvSpPr>
        <p:spPr>
          <a:xfrm>
            <a:off x="0" y="6211669"/>
            <a:ext cx="4581144" cy="646331"/>
          </a:xfrm>
          <a:prstGeom prst="rect">
            <a:avLst/>
          </a:prstGeom>
          <a:noFill/>
        </p:spPr>
        <p:txBody>
          <a:bodyPr wrap="square" rtlCol="0">
            <a:spAutoFit/>
          </a:bodyPr>
          <a:lstStyle/>
          <a:p>
            <a:r>
              <a:rPr lang="en-US" sz="1200" b="1" dirty="0"/>
              <a:t>CITATION</a:t>
            </a:r>
            <a:r>
              <a:rPr lang="en-US" sz="1200" dirty="0"/>
              <a:t>:  What are Mutable Data Types in Python? By: Rahul </a:t>
            </a:r>
            <a:r>
              <a:rPr lang="en-US" sz="1200" dirty="0" err="1"/>
              <a:t>Janghu</a:t>
            </a:r>
            <a:endParaRPr lang="en-US" sz="1200" dirty="0"/>
          </a:p>
          <a:p>
            <a:r>
              <a:rPr lang="en-US" sz="1200" b="1" dirty="0"/>
              <a:t>URL</a:t>
            </a:r>
            <a:r>
              <a:rPr lang="en-US" sz="1200" dirty="0"/>
              <a:t>: https://www.scaler.com/topics/mutable-data-types-in-python/ </a:t>
            </a:r>
          </a:p>
          <a:p>
            <a:r>
              <a:rPr lang="en-US" sz="1200" b="1" dirty="0"/>
              <a:t>ACCESSED</a:t>
            </a:r>
            <a:r>
              <a:rPr lang="en-US" sz="1200" dirty="0"/>
              <a:t>: 3-25-2023</a:t>
            </a:r>
          </a:p>
        </p:txBody>
      </p:sp>
    </p:spTree>
    <p:extLst>
      <p:ext uri="{BB962C8B-B14F-4D97-AF65-F5344CB8AC3E}">
        <p14:creationId xmlns:p14="http://schemas.microsoft.com/office/powerpoint/2010/main" val="2011004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31A46-CE13-6C45-23A5-183DA9FD4659}"/>
              </a:ext>
            </a:extLst>
          </p:cNvPr>
          <p:cNvSpPr>
            <a:spLocks noGrp="1"/>
          </p:cNvSpPr>
          <p:nvPr>
            <p:ph type="title"/>
          </p:nvPr>
        </p:nvSpPr>
        <p:spPr/>
        <p:txBody>
          <a:bodyPr/>
          <a:lstStyle/>
          <a:p>
            <a:r>
              <a:rPr lang="en-US" dirty="0"/>
              <a:t>Example 1 [MH]</a:t>
            </a:r>
          </a:p>
        </p:txBody>
      </p:sp>
      <p:sp>
        <p:nvSpPr>
          <p:cNvPr id="4" name="Rectangle 3">
            <a:extLst>
              <a:ext uri="{FF2B5EF4-FFF2-40B4-BE49-F238E27FC236}">
                <a16:creationId xmlns:a16="http://schemas.microsoft.com/office/drawing/2014/main" id="{3A32D5D4-4906-772B-6EFD-8498568962E9}"/>
              </a:ext>
            </a:extLst>
          </p:cNvPr>
          <p:cNvSpPr/>
          <p:nvPr/>
        </p:nvSpPr>
        <p:spPr>
          <a:xfrm>
            <a:off x="3928872" y="2721134"/>
            <a:ext cx="4334256" cy="25603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 = {}</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"Apple"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"Red"</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"Two"</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1.3</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"One Point Three"</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"Apple"</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120358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5700D-E586-FC3A-F16B-3DB2CA478D06}"/>
              </a:ext>
            </a:extLst>
          </p:cNvPr>
          <p:cNvSpPr>
            <a:spLocks noGrp="1"/>
          </p:cNvSpPr>
          <p:nvPr>
            <p:ph type="title"/>
          </p:nvPr>
        </p:nvSpPr>
        <p:spPr/>
        <p:txBody>
          <a:bodyPr/>
          <a:lstStyle/>
          <a:p>
            <a:r>
              <a:rPr lang="en-US" dirty="0"/>
              <a:t>Example 2 [MH]</a:t>
            </a:r>
          </a:p>
        </p:txBody>
      </p:sp>
      <p:sp>
        <p:nvSpPr>
          <p:cNvPr id="4" name="Rectangle 3">
            <a:extLst>
              <a:ext uri="{FF2B5EF4-FFF2-40B4-BE49-F238E27FC236}">
                <a16:creationId xmlns:a16="http://schemas.microsoft.com/office/drawing/2014/main" id="{08B55856-01C6-8F09-E4F7-18C6A0541D84}"/>
              </a:ext>
            </a:extLst>
          </p:cNvPr>
          <p:cNvSpPr/>
          <p:nvPr/>
        </p:nvSpPr>
        <p:spPr>
          <a:xfrm>
            <a:off x="3846576" y="2041971"/>
            <a:ext cx="4498848" cy="372256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 = {}</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"Fruit"</a:t>
            </a:r>
            <a:r>
              <a:rPr lang="en-US" b="0" dirty="0">
                <a:solidFill>
                  <a:srgbClr val="D4D4D4"/>
                </a:solidFill>
                <a:effectLst/>
                <a:latin typeface="Consolas" panose="020B0609020204030204" pitchFamily="49" charset="0"/>
              </a:rPr>
              <a:t>] = []</a:t>
            </a:r>
          </a:p>
          <a:p>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"Animals"</a:t>
            </a:r>
            <a:r>
              <a:rPr lang="en-US" b="0" dirty="0">
                <a:solidFill>
                  <a:srgbClr val="D4D4D4"/>
                </a:solidFill>
                <a:effectLst/>
                <a:latin typeface="Consolas" panose="020B0609020204030204" pitchFamily="49" charset="0"/>
              </a:rPr>
              <a:t>] = []</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"Fruit"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"Apple"</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"Fruit"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"Banana"</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"Fruit"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"Orange"</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"Animals"</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"Animals"</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"Dog"</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listDict</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205907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3DAC-53F2-A114-40EF-5D07BD959905}"/>
              </a:ext>
            </a:extLst>
          </p:cNvPr>
          <p:cNvSpPr>
            <a:spLocks noGrp="1"/>
          </p:cNvSpPr>
          <p:nvPr>
            <p:ph type="title"/>
          </p:nvPr>
        </p:nvSpPr>
        <p:spPr/>
        <p:txBody>
          <a:bodyPr/>
          <a:lstStyle/>
          <a:p>
            <a:r>
              <a:rPr lang="en-US" dirty="0"/>
              <a:t>Example 3 [MH]</a:t>
            </a:r>
          </a:p>
        </p:txBody>
      </p:sp>
      <p:sp>
        <p:nvSpPr>
          <p:cNvPr id="3" name="Content Placeholder 2">
            <a:extLst>
              <a:ext uri="{FF2B5EF4-FFF2-40B4-BE49-F238E27FC236}">
                <a16:creationId xmlns:a16="http://schemas.microsoft.com/office/drawing/2014/main" id="{F75CC02D-1AFD-C5CE-60A7-8E0F48E2B36B}"/>
              </a:ext>
            </a:extLst>
          </p:cNvPr>
          <p:cNvSpPr>
            <a:spLocks noGrp="1"/>
          </p:cNvSpPr>
          <p:nvPr>
            <p:ph idx="1"/>
          </p:nvPr>
        </p:nvSpPr>
        <p:spPr/>
        <p:txBody>
          <a:bodyPr>
            <a:normAutofit/>
          </a:bodyPr>
          <a:lstStyle/>
          <a:p>
            <a:r>
              <a:rPr lang="en-US" dirty="0"/>
              <a:t>Dictionaries should be considered </a:t>
            </a:r>
            <a:r>
              <a:rPr lang="en-US" b="1" dirty="0"/>
              <a:t>UNORDERED</a:t>
            </a:r>
            <a:r>
              <a:rPr lang="en-US" dirty="0"/>
              <a:t> [</a:t>
            </a:r>
            <a:r>
              <a:rPr lang="en-US" dirty="0" err="1"/>
              <a:t>Sweigart</a:t>
            </a:r>
            <a:r>
              <a:rPr lang="en-US" dirty="0"/>
              <a:t>]</a:t>
            </a:r>
            <a:endParaRPr lang="en-US" b="1" dirty="0"/>
          </a:p>
        </p:txBody>
      </p:sp>
      <p:sp>
        <p:nvSpPr>
          <p:cNvPr id="4" name="TextBox 3">
            <a:extLst>
              <a:ext uri="{FF2B5EF4-FFF2-40B4-BE49-F238E27FC236}">
                <a16:creationId xmlns:a16="http://schemas.microsoft.com/office/drawing/2014/main" id="{F82C2B5A-23BB-A22F-9BD3-A38BE03F52CB}"/>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Dictionaries vs. Lists – From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7076FE3C-F41E-6BA6-A073-6C205848E48E}"/>
              </a:ext>
            </a:extLst>
          </p:cNvPr>
          <p:cNvSpPr/>
          <p:nvPr/>
        </p:nvSpPr>
        <p:spPr>
          <a:xfrm>
            <a:off x="4427220" y="3077750"/>
            <a:ext cx="3337560" cy="1847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d1</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d2</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d1</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d2</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d1</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d2</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101629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A5E6-194E-1943-2339-3102F89AA977}"/>
              </a:ext>
            </a:extLst>
          </p:cNvPr>
          <p:cNvSpPr>
            <a:spLocks noGrp="1"/>
          </p:cNvSpPr>
          <p:nvPr>
            <p:ph type="title"/>
          </p:nvPr>
        </p:nvSpPr>
        <p:spPr/>
        <p:txBody>
          <a:bodyPr/>
          <a:lstStyle/>
          <a:p>
            <a:r>
              <a:rPr lang="en-US" dirty="0"/>
              <a:t>Example 4 [</a:t>
            </a:r>
            <a:r>
              <a:rPr lang="en-US" dirty="0" err="1"/>
              <a:t>thinkcspy</a:t>
            </a:r>
            <a:r>
              <a:rPr lang="en-US" dirty="0"/>
              <a:t> 12.2]</a:t>
            </a:r>
          </a:p>
        </p:txBody>
      </p:sp>
      <p:sp>
        <p:nvSpPr>
          <p:cNvPr id="4" name="Rectangle 3">
            <a:extLst>
              <a:ext uri="{FF2B5EF4-FFF2-40B4-BE49-F238E27FC236}">
                <a16:creationId xmlns:a16="http://schemas.microsoft.com/office/drawing/2014/main" id="{5CE35BB7-BDD7-1E95-7683-5DD0CC8691CA}"/>
              </a:ext>
            </a:extLst>
          </p:cNvPr>
          <p:cNvSpPr/>
          <p:nvPr/>
        </p:nvSpPr>
        <p:spPr>
          <a:xfrm>
            <a:off x="3307080" y="2734691"/>
            <a:ext cx="5577840" cy="39867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"Horsey"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"Horse"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"Cow"</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"Cat"</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"Tiger"</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"Turtle"</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len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del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a:t>
            </a:r>
          </a:p>
          <a:p>
            <a:r>
              <a:rPr lang="en-US" b="0" dirty="0">
                <a:solidFill>
                  <a:srgbClr val="C586C0"/>
                </a:solidFill>
                <a:effectLst/>
                <a:latin typeface="Consolas" panose="020B0609020204030204" pitchFamily="49" charset="0"/>
              </a:rPr>
              <a:t>del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a:t>
            </a:r>
          </a:p>
          <a:p>
            <a:r>
              <a:rPr lang="en-US" b="0" dirty="0">
                <a:solidFill>
                  <a:srgbClr val="C586C0"/>
                </a:solidFill>
                <a:effectLst/>
                <a:latin typeface="Consolas" panose="020B0609020204030204" pitchFamily="49" charset="0"/>
              </a:rPr>
              <a:t>del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len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p:txBody>
      </p:sp>
      <p:sp>
        <p:nvSpPr>
          <p:cNvPr id="5" name="Content Placeholder 2">
            <a:extLst>
              <a:ext uri="{FF2B5EF4-FFF2-40B4-BE49-F238E27FC236}">
                <a16:creationId xmlns:a16="http://schemas.microsoft.com/office/drawing/2014/main" id="{9D97564F-56E9-DD21-B0E2-F29459C02503}"/>
              </a:ext>
            </a:extLst>
          </p:cNvPr>
          <p:cNvSpPr>
            <a:spLocks noGrp="1"/>
          </p:cNvSpPr>
          <p:nvPr>
            <p:ph idx="1"/>
          </p:nvPr>
        </p:nvSpPr>
        <p:spPr>
          <a:xfrm>
            <a:off x="838200" y="1825625"/>
            <a:ext cx="10515600" cy="4351338"/>
          </a:xfrm>
        </p:spPr>
        <p:txBody>
          <a:bodyPr>
            <a:normAutofit/>
          </a:bodyPr>
          <a:lstStyle/>
          <a:p>
            <a:r>
              <a:rPr lang="en-US" dirty="0"/>
              <a:t>“The </a:t>
            </a:r>
            <a:r>
              <a:rPr lang="en-US" b="1" dirty="0"/>
              <a:t>del</a:t>
            </a:r>
            <a:r>
              <a:rPr lang="en-US" dirty="0"/>
              <a:t> statement removes a key-value pair from a dictionary” [</a:t>
            </a:r>
            <a:r>
              <a:rPr lang="en-US" dirty="0" err="1"/>
              <a:t>thinkcspy</a:t>
            </a:r>
            <a:r>
              <a:rPr lang="en-US" dirty="0"/>
              <a:t> 12.2]</a:t>
            </a:r>
          </a:p>
        </p:txBody>
      </p:sp>
    </p:spTree>
    <p:extLst>
      <p:ext uri="{BB962C8B-B14F-4D97-AF65-F5344CB8AC3E}">
        <p14:creationId xmlns:p14="http://schemas.microsoft.com/office/powerpoint/2010/main" val="2851454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8322-1B99-2A86-4ED0-BF6EEB284437}"/>
              </a:ext>
            </a:extLst>
          </p:cNvPr>
          <p:cNvSpPr>
            <a:spLocks noGrp="1"/>
          </p:cNvSpPr>
          <p:nvPr>
            <p:ph type="title"/>
          </p:nvPr>
        </p:nvSpPr>
        <p:spPr/>
        <p:txBody>
          <a:bodyPr/>
          <a:lstStyle/>
          <a:p>
            <a:r>
              <a:rPr lang="en-US" dirty="0"/>
              <a:t>Dictionary Methods [</a:t>
            </a:r>
            <a:r>
              <a:rPr lang="en-US" dirty="0" err="1"/>
              <a:t>thinkcspy</a:t>
            </a:r>
            <a:r>
              <a:rPr lang="en-US" dirty="0"/>
              <a:t> 12.3]</a:t>
            </a:r>
          </a:p>
        </p:txBody>
      </p:sp>
      <p:sp>
        <p:nvSpPr>
          <p:cNvPr id="3" name="Content Placeholder 2">
            <a:extLst>
              <a:ext uri="{FF2B5EF4-FFF2-40B4-BE49-F238E27FC236}">
                <a16:creationId xmlns:a16="http://schemas.microsoft.com/office/drawing/2014/main" id="{1D51FBFD-02DB-50D6-5B5D-CF638FE3A0EF}"/>
              </a:ext>
            </a:extLst>
          </p:cNvPr>
          <p:cNvSpPr>
            <a:spLocks noGrp="1"/>
          </p:cNvSpPr>
          <p:nvPr>
            <p:ph idx="1"/>
          </p:nvPr>
        </p:nvSpPr>
        <p:spPr/>
        <p:txBody>
          <a:bodyPr/>
          <a:lstStyle/>
          <a:p>
            <a:r>
              <a:rPr lang="en-US" dirty="0"/>
              <a:t>“Dictionaries have a number of useful built-in methods. The following table provides a summary and more details can be found in the </a:t>
            </a:r>
            <a:r>
              <a:rPr lang="en-US" dirty="0">
                <a:hlinkClick r:id="rId2"/>
              </a:rPr>
              <a:t>Python Documentation</a:t>
            </a:r>
            <a:r>
              <a:rPr lang="en-US" dirty="0"/>
              <a:t>.” [</a:t>
            </a:r>
            <a:r>
              <a:rPr lang="en-US" dirty="0" err="1"/>
              <a:t>thinkcspy</a:t>
            </a:r>
            <a:r>
              <a:rPr lang="en-US" dirty="0"/>
              <a:t> 12.3]</a:t>
            </a:r>
          </a:p>
        </p:txBody>
      </p:sp>
      <p:pic>
        <p:nvPicPr>
          <p:cNvPr id="5" name="Picture 4" descr="Graphical user interface&#10;&#10;Description automatically generated with medium confidence">
            <a:extLst>
              <a:ext uri="{FF2B5EF4-FFF2-40B4-BE49-F238E27FC236}">
                <a16:creationId xmlns:a16="http://schemas.microsoft.com/office/drawing/2014/main" id="{73551797-2BE1-F23A-18DF-4993DFA11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9916" y="3555534"/>
            <a:ext cx="6392167" cy="2124371"/>
          </a:xfrm>
          <a:prstGeom prst="rect">
            <a:avLst/>
          </a:prstGeom>
        </p:spPr>
      </p:pic>
      <p:sp>
        <p:nvSpPr>
          <p:cNvPr id="6" name="TextBox 5">
            <a:extLst>
              <a:ext uri="{FF2B5EF4-FFF2-40B4-BE49-F238E27FC236}">
                <a16:creationId xmlns:a16="http://schemas.microsoft.com/office/drawing/2014/main" id="{75B073A7-F9EE-BDF9-16BB-BF4896FFF34A}"/>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Table found in section 12.3 of the online textbook: “How to Think Like a Computer Scientist.”</a:t>
            </a:r>
          </a:p>
          <a:p>
            <a:r>
              <a:rPr lang="en-US" sz="1200" b="1" dirty="0"/>
              <a:t>URL</a:t>
            </a:r>
            <a:r>
              <a:rPr lang="en-US" sz="1200" dirty="0"/>
              <a:t>: https://runestone.academy/ns/books/published/thinkcspy/Dictionaries/Dictionarymethods.html?mode=browsing</a:t>
            </a:r>
          </a:p>
          <a:p>
            <a:r>
              <a:rPr lang="en-US" sz="1200" b="1" dirty="0"/>
              <a:t>ACCESSED</a:t>
            </a:r>
            <a:r>
              <a:rPr lang="en-US" sz="1200" dirty="0"/>
              <a:t>: 3-25-2023</a:t>
            </a:r>
          </a:p>
        </p:txBody>
      </p:sp>
    </p:spTree>
    <p:extLst>
      <p:ext uri="{BB962C8B-B14F-4D97-AF65-F5344CB8AC3E}">
        <p14:creationId xmlns:p14="http://schemas.microsoft.com/office/powerpoint/2010/main" val="1412086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91FD9-6B43-5BA9-3F92-A4DCF0AFF0D4}"/>
              </a:ext>
            </a:extLst>
          </p:cNvPr>
          <p:cNvSpPr>
            <a:spLocks noGrp="1"/>
          </p:cNvSpPr>
          <p:nvPr>
            <p:ph type="title"/>
          </p:nvPr>
        </p:nvSpPr>
        <p:spPr/>
        <p:txBody>
          <a:bodyPr/>
          <a:lstStyle/>
          <a:p>
            <a:r>
              <a:rPr lang="en-US" dirty="0"/>
              <a:t>.keys() Method [MH]</a:t>
            </a:r>
          </a:p>
        </p:txBody>
      </p:sp>
      <p:sp>
        <p:nvSpPr>
          <p:cNvPr id="3" name="Content Placeholder 2">
            <a:extLst>
              <a:ext uri="{FF2B5EF4-FFF2-40B4-BE49-F238E27FC236}">
                <a16:creationId xmlns:a16="http://schemas.microsoft.com/office/drawing/2014/main" id="{302801AA-8CD9-7914-B2D5-97C7A906A63D}"/>
              </a:ext>
            </a:extLst>
          </p:cNvPr>
          <p:cNvSpPr>
            <a:spLocks noGrp="1"/>
          </p:cNvSpPr>
          <p:nvPr>
            <p:ph idx="1"/>
          </p:nvPr>
        </p:nvSpPr>
        <p:spPr>
          <a:xfrm>
            <a:off x="838200" y="1825625"/>
            <a:ext cx="10515600" cy="4386044"/>
          </a:xfrm>
        </p:spPr>
        <p:txBody>
          <a:bodyPr>
            <a:normAutofit/>
          </a:bodyPr>
          <a:lstStyle/>
          <a:p>
            <a:r>
              <a:rPr lang="en-US" dirty="0"/>
              <a:t>Returns a ‘list-like’ object which is immutable:</a:t>
            </a:r>
          </a:p>
        </p:txBody>
      </p:sp>
      <p:sp>
        <p:nvSpPr>
          <p:cNvPr id="4" name="TextBox 3">
            <a:extLst>
              <a:ext uri="{FF2B5EF4-FFF2-40B4-BE49-F238E27FC236}">
                <a16:creationId xmlns:a16="http://schemas.microsoft.com/office/drawing/2014/main" id="{4C46A777-6E54-3AAE-E3B6-14DA0B7A3196}"/>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C2517F17-9D7B-04E7-C60B-10659A666FFB}"/>
              </a:ext>
            </a:extLst>
          </p:cNvPr>
          <p:cNvSpPr/>
          <p:nvPr/>
        </p:nvSpPr>
        <p:spPr>
          <a:xfrm>
            <a:off x="3288792" y="3250551"/>
            <a:ext cx="5614416" cy="153619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"Three"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keys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key</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keys</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key</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064496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8E5E-464A-46FB-59F0-8C67B83842BC}"/>
              </a:ext>
            </a:extLst>
          </p:cNvPr>
          <p:cNvSpPr>
            <a:spLocks noGrp="1"/>
          </p:cNvSpPr>
          <p:nvPr>
            <p:ph type="title"/>
          </p:nvPr>
        </p:nvSpPr>
        <p:spPr/>
        <p:txBody>
          <a:bodyPr/>
          <a:lstStyle/>
          <a:p>
            <a:r>
              <a:rPr lang="en-US" dirty="0"/>
              <a:t>Check if a key exists [MH]</a:t>
            </a:r>
          </a:p>
        </p:txBody>
      </p:sp>
      <p:sp>
        <p:nvSpPr>
          <p:cNvPr id="3" name="Content Placeholder 2">
            <a:extLst>
              <a:ext uri="{FF2B5EF4-FFF2-40B4-BE49-F238E27FC236}">
                <a16:creationId xmlns:a16="http://schemas.microsoft.com/office/drawing/2014/main" id="{A003CB88-10B9-356F-4D2B-0CDCC2A91753}"/>
              </a:ext>
            </a:extLst>
          </p:cNvPr>
          <p:cNvSpPr>
            <a:spLocks noGrp="1"/>
          </p:cNvSpPr>
          <p:nvPr>
            <p:ph idx="1"/>
          </p:nvPr>
        </p:nvSpPr>
        <p:spPr>
          <a:xfrm>
            <a:off x="838200" y="1408176"/>
            <a:ext cx="10515600" cy="4803493"/>
          </a:xfrm>
        </p:spPr>
        <p:txBody>
          <a:bodyPr>
            <a:normAutofit/>
          </a:bodyPr>
          <a:lstStyle/>
          <a:p>
            <a:r>
              <a:rPr lang="en-US" dirty="0"/>
              <a:t>Use the ‘in’ keyword.</a:t>
            </a:r>
          </a:p>
          <a:p>
            <a:pPr lvl="1"/>
            <a:r>
              <a:rPr lang="en-US" dirty="0"/>
              <a:t>Applies to </a:t>
            </a:r>
            <a:r>
              <a:rPr lang="en-US" b="1" dirty="0"/>
              <a:t>keys only </a:t>
            </a:r>
            <a:r>
              <a:rPr lang="en-US" dirty="0"/>
              <a:t>on plain dictionary name – </a:t>
            </a:r>
            <a:r>
              <a:rPr lang="en-US" b="1" dirty="0"/>
              <a:t>not values</a:t>
            </a:r>
            <a:r>
              <a:rPr lang="en-US" dirty="0"/>
              <a:t>.</a:t>
            </a:r>
          </a:p>
        </p:txBody>
      </p:sp>
      <p:sp>
        <p:nvSpPr>
          <p:cNvPr id="4" name="TextBox 3">
            <a:extLst>
              <a:ext uri="{FF2B5EF4-FFF2-40B4-BE49-F238E27FC236}">
                <a16:creationId xmlns:a16="http://schemas.microsoft.com/office/drawing/2014/main" id="{417C96FE-5D29-D94B-7FEF-537CA23BF67B}"/>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FAD91E2F-ED2B-99BD-E41D-4BB9F02299CE}"/>
              </a:ext>
            </a:extLst>
          </p:cNvPr>
          <p:cNvSpPr/>
          <p:nvPr/>
        </p:nvSpPr>
        <p:spPr>
          <a:xfrm>
            <a:off x="3302508" y="2840182"/>
            <a:ext cx="5586984" cy="222199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"Three"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keys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855069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2A4FC-B647-4CE2-B6B5-46EF2B41781D}"/>
              </a:ext>
            </a:extLst>
          </p:cNvPr>
          <p:cNvSpPr>
            <a:spLocks noGrp="1"/>
          </p:cNvSpPr>
          <p:nvPr>
            <p:ph type="title"/>
          </p:nvPr>
        </p:nvSpPr>
        <p:spPr/>
        <p:txBody>
          <a:bodyPr/>
          <a:lstStyle/>
          <a:p>
            <a:r>
              <a:rPr lang="en-US" dirty="0"/>
              <a:t>.values() Method [MH]</a:t>
            </a:r>
          </a:p>
        </p:txBody>
      </p:sp>
      <p:sp>
        <p:nvSpPr>
          <p:cNvPr id="3" name="Content Placeholder 2">
            <a:extLst>
              <a:ext uri="{FF2B5EF4-FFF2-40B4-BE49-F238E27FC236}">
                <a16:creationId xmlns:a16="http://schemas.microsoft.com/office/drawing/2014/main" id="{A52C0D49-26B8-90C5-5748-3AFEB60C2026}"/>
              </a:ext>
            </a:extLst>
          </p:cNvPr>
          <p:cNvSpPr>
            <a:spLocks noGrp="1"/>
          </p:cNvSpPr>
          <p:nvPr>
            <p:ph idx="1"/>
          </p:nvPr>
        </p:nvSpPr>
        <p:spPr>
          <a:xfrm>
            <a:off x="838200" y="1825624"/>
            <a:ext cx="10515600" cy="4386045"/>
          </a:xfrm>
        </p:spPr>
        <p:txBody>
          <a:bodyPr>
            <a:normAutofit/>
          </a:bodyPr>
          <a:lstStyle/>
          <a:p>
            <a:r>
              <a:rPr lang="en-US" sz="2200" dirty="0"/>
              <a:t>Returns a ‘list-like’ object which is immutable:</a:t>
            </a:r>
          </a:p>
        </p:txBody>
      </p:sp>
      <p:sp>
        <p:nvSpPr>
          <p:cNvPr id="4" name="TextBox 3">
            <a:extLst>
              <a:ext uri="{FF2B5EF4-FFF2-40B4-BE49-F238E27FC236}">
                <a16:creationId xmlns:a16="http://schemas.microsoft.com/office/drawing/2014/main" id="{EFAED4E5-B7D2-C5EC-6500-29945DFE0772}"/>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4282C658-C707-9FDE-9300-CA077BB9A6E6}"/>
              </a:ext>
            </a:extLst>
          </p:cNvPr>
          <p:cNvSpPr/>
          <p:nvPr/>
        </p:nvSpPr>
        <p:spPr>
          <a:xfrm>
            <a:off x="3302508" y="3250551"/>
            <a:ext cx="5586984" cy="153619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"Three"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values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values</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00082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D594-ACF4-A6D1-05E5-11B30C57CF3B}"/>
              </a:ext>
            </a:extLst>
          </p:cNvPr>
          <p:cNvSpPr>
            <a:spLocks noGrp="1"/>
          </p:cNvSpPr>
          <p:nvPr>
            <p:ph type="title"/>
          </p:nvPr>
        </p:nvSpPr>
        <p:spPr/>
        <p:txBody>
          <a:bodyPr/>
          <a:lstStyle/>
          <a:p>
            <a:r>
              <a:rPr lang="en-US" dirty="0"/>
              <a:t>Check if a value exists [MH]</a:t>
            </a:r>
          </a:p>
        </p:txBody>
      </p:sp>
      <p:sp>
        <p:nvSpPr>
          <p:cNvPr id="3" name="Content Placeholder 2">
            <a:extLst>
              <a:ext uri="{FF2B5EF4-FFF2-40B4-BE49-F238E27FC236}">
                <a16:creationId xmlns:a16="http://schemas.microsoft.com/office/drawing/2014/main" id="{F489F728-1FB1-BE3E-8987-DE1BB986BDCF}"/>
              </a:ext>
            </a:extLst>
          </p:cNvPr>
          <p:cNvSpPr>
            <a:spLocks noGrp="1"/>
          </p:cNvSpPr>
          <p:nvPr>
            <p:ph idx="1"/>
          </p:nvPr>
        </p:nvSpPr>
        <p:spPr>
          <a:xfrm>
            <a:off x="838200" y="1444752"/>
            <a:ext cx="10515600" cy="4766917"/>
          </a:xfrm>
        </p:spPr>
        <p:txBody>
          <a:bodyPr>
            <a:normAutofit/>
          </a:bodyPr>
          <a:lstStyle/>
          <a:p>
            <a:r>
              <a:rPr lang="en-US" dirty="0"/>
              <a:t>Use the </a:t>
            </a:r>
            <a:r>
              <a:rPr lang="en-US" b="1" dirty="0"/>
              <a:t>in</a:t>
            </a:r>
            <a:r>
              <a:rPr lang="en-US" dirty="0"/>
              <a:t> keyword:</a:t>
            </a:r>
          </a:p>
        </p:txBody>
      </p:sp>
      <p:sp>
        <p:nvSpPr>
          <p:cNvPr id="4" name="TextBox 3">
            <a:extLst>
              <a:ext uri="{FF2B5EF4-FFF2-40B4-BE49-F238E27FC236}">
                <a16:creationId xmlns:a16="http://schemas.microsoft.com/office/drawing/2014/main" id="{195EE182-9C4D-FF04-98DE-B3DF103CE6D6}"/>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30BFBC37-E1A0-1A4B-D2E5-EB48B03EBA63}"/>
              </a:ext>
            </a:extLst>
          </p:cNvPr>
          <p:cNvSpPr/>
          <p:nvPr/>
        </p:nvSpPr>
        <p:spPr>
          <a:xfrm>
            <a:off x="3297936" y="2899618"/>
            <a:ext cx="5596128" cy="21031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"Three"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values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values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192665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833F3-A10A-FED4-4200-97E338919538}"/>
              </a:ext>
            </a:extLst>
          </p:cNvPr>
          <p:cNvSpPr>
            <a:spLocks noGrp="1"/>
          </p:cNvSpPr>
          <p:nvPr>
            <p:ph type="title"/>
          </p:nvPr>
        </p:nvSpPr>
        <p:spPr/>
        <p:txBody>
          <a:bodyPr/>
          <a:lstStyle/>
          <a:p>
            <a:r>
              <a:rPr lang="en-US" dirty="0"/>
              <a:t>.items() Method [MH]</a:t>
            </a:r>
          </a:p>
        </p:txBody>
      </p:sp>
      <p:sp>
        <p:nvSpPr>
          <p:cNvPr id="3" name="Content Placeholder 2">
            <a:extLst>
              <a:ext uri="{FF2B5EF4-FFF2-40B4-BE49-F238E27FC236}">
                <a16:creationId xmlns:a16="http://schemas.microsoft.com/office/drawing/2014/main" id="{D657DCDB-B0DE-8366-887A-2D71F3FD3419}"/>
              </a:ext>
            </a:extLst>
          </p:cNvPr>
          <p:cNvSpPr>
            <a:spLocks noGrp="1"/>
          </p:cNvSpPr>
          <p:nvPr>
            <p:ph idx="1"/>
          </p:nvPr>
        </p:nvSpPr>
        <p:spPr>
          <a:xfrm>
            <a:off x="838200" y="1554480"/>
            <a:ext cx="10515600" cy="4657189"/>
          </a:xfrm>
        </p:spPr>
        <p:txBody>
          <a:bodyPr>
            <a:normAutofit/>
          </a:bodyPr>
          <a:lstStyle/>
          <a:p>
            <a:r>
              <a:rPr lang="en-US" sz="2800" dirty="0"/>
              <a:t>Returns a ‘list-like’ object containing </a:t>
            </a:r>
            <a:r>
              <a:rPr lang="en-US" sz="2800" b="1" dirty="0"/>
              <a:t>tuples</a:t>
            </a:r>
            <a:r>
              <a:rPr lang="en-US" sz="2800" dirty="0"/>
              <a:t>. This object</a:t>
            </a:r>
            <a:r>
              <a:rPr lang="en-US" dirty="0"/>
              <a:t> </a:t>
            </a:r>
            <a:r>
              <a:rPr lang="en-US" sz="2800" dirty="0"/>
              <a:t>is immutable:</a:t>
            </a:r>
          </a:p>
        </p:txBody>
      </p:sp>
      <p:sp>
        <p:nvSpPr>
          <p:cNvPr id="4" name="TextBox 3">
            <a:extLst>
              <a:ext uri="{FF2B5EF4-FFF2-40B4-BE49-F238E27FC236}">
                <a16:creationId xmlns:a16="http://schemas.microsoft.com/office/drawing/2014/main" id="{EB6DBE00-1B94-438B-41E1-98E5EDACE52E}"/>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6E97ECF6-F604-BC5B-DFB1-4CC42D5CD2A9}"/>
              </a:ext>
            </a:extLst>
          </p:cNvPr>
          <p:cNvSpPr/>
          <p:nvPr/>
        </p:nvSpPr>
        <p:spPr>
          <a:xfrm>
            <a:off x="3307080" y="2986486"/>
            <a:ext cx="5577840" cy="19293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"Three"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items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items</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k</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v</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555288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7EF21-D423-CEEA-AE1E-8588CA5ADBAA}"/>
              </a:ext>
            </a:extLst>
          </p:cNvPr>
          <p:cNvSpPr>
            <a:spLocks noGrp="1"/>
          </p:cNvSpPr>
          <p:nvPr>
            <p:ph type="title"/>
          </p:nvPr>
        </p:nvSpPr>
        <p:spPr/>
        <p:txBody>
          <a:bodyPr/>
          <a:lstStyle/>
          <a:p>
            <a:r>
              <a:rPr lang="en-US" dirty="0"/>
              <a:t>Check if a key/ value exists [MH]</a:t>
            </a:r>
          </a:p>
        </p:txBody>
      </p:sp>
      <p:sp>
        <p:nvSpPr>
          <p:cNvPr id="3" name="Content Placeholder 2">
            <a:extLst>
              <a:ext uri="{FF2B5EF4-FFF2-40B4-BE49-F238E27FC236}">
                <a16:creationId xmlns:a16="http://schemas.microsoft.com/office/drawing/2014/main" id="{0691F491-CF15-F78B-B4B9-5774298DCAA8}"/>
              </a:ext>
            </a:extLst>
          </p:cNvPr>
          <p:cNvSpPr>
            <a:spLocks noGrp="1"/>
          </p:cNvSpPr>
          <p:nvPr>
            <p:ph idx="1"/>
          </p:nvPr>
        </p:nvSpPr>
        <p:spPr>
          <a:xfrm>
            <a:off x="838200" y="1408176"/>
            <a:ext cx="10515600" cy="4803493"/>
          </a:xfrm>
        </p:spPr>
        <p:txBody>
          <a:bodyPr>
            <a:normAutofit/>
          </a:bodyPr>
          <a:lstStyle/>
          <a:p>
            <a:r>
              <a:rPr lang="en-US" dirty="0"/>
              <a:t>Use the ‘in’ keyword:</a:t>
            </a:r>
          </a:p>
        </p:txBody>
      </p:sp>
      <p:sp>
        <p:nvSpPr>
          <p:cNvPr id="4" name="TextBox 3">
            <a:extLst>
              <a:ext uri="{FF2B5EF4-FFF2-40B4-BE49-F238E27FC236}">
                <a16:creationId xmlns:a16="http://schemas.microsoft.com/office/drawing/2014/main" id="{D33D5D41-2FC7-3C15-C563-E0DDCBE32F4B}"/>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3E54ECF8-13EF-A42B-6624-C2DE60EB9E5E}"/>
              </a:ext>
            </a:extLst>
          </p:cNvPr>
          <p:cNvSpPr/>
          <p:nvPr/>
        </p:nvSpPr>
        <p:spPr>
          <a:xfrm>
            <a:off x="3293364" y="2730931"/>
            <a:ext cx="5605272" cy="21579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"Three"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items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items</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testDict</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items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6113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DEA8-532A-D00B-5ABC-1ECD1D978C74}"/>
              </a:ext>
            </a:extLst>
          </p:cNvPr>
          <p:cNvSpPr>
            <a:spLocks noGrp="1"/>
          </p:cNvSpPr>
          <p:nvPr>
            <p:ph type="title"/>
          </p:nvPr>
        </p:nvSpPr>
        <p:spPr/>
        <p:txBody>
          <a:bodyPr/>
          <a:lstStyle/>
          <a:p>
            <a:r>
              <a:rPr lang="en-US" dirty="0"/>
              <a:t>.get() Method [MH]</a:t>
            </a:r>
          </a:p>
        </p:txBody>
      </p:sp>
      <p:sp>
        <p:nvSpPr>
          <p:cNvPr id="3" name="Content Placeholder 2">
            <a:extLst>
              <a:ext uri="{FF2B5EF4-FFF2-40B4-BE49-F238E27FC236}">
                <a16:creationId xmlns:a16="http://schemas.microsoft.com/office/drawing/2014/main" id="{5DA719AC-3BD5-2713-2873-E637FCA78D7D}"/>
              </a:ext>
            </a:extLst>
          </p:cNvPr>
          <p:cNvSpPr>
            <a:spLocks noGrp="1"/>
          </p:cNvSpPr>
          <p:nvPr>
            <p:ph idx="1"/>
          </p:nvPr>
        </p:nvSpPr>
        <p:spPr>
          <a:xfrm>
            <a:off x="838200" y="1825625"/>
            <a:ext cx="10765536" cy="4351338"/>
          </a:xfrm>
        </p:spPr>
        <p:txBody>
          <a:bodyPr>
            <a:normAutofit/>
          </a:bodyPr>
          <a:lstStyle/>
          <a:p>
            <a:r>
              <a:rPr lang="en-US" dirty="0"/>
              <a:t>Returns the value of a key, and a default value if the key does not exist.</a:t>
            </a:r>
          </a:p>
          <a:p>
            <a:pPr lvl="1"/>
            <a:r>
              <a:rPr lang="en-US" b="1" dirty="0"/>
              <a:t>NOTE</a:t>
            </a:r>
            <a:r>
              <a:rPr lang="en-US" dirty="0"/>
              <a:t>: This method does </a:t>
            </a:r>
            <a:r>
              <a:rPr lang="en-US" b="1" dirty="0"/>
              <a:t>not</a:t>
            </a:r>
            <a:r>
              <a:rPr lang="en-US" dirty="0"/>
              <a:t> add the new key to the dictionary.</a:t>
            </a:r>
          </a:p>
        </p:txBody>
      </p:sp>
      <p:sp>
        <p:nvSpPr>
          <p:cNvPr id="4" name="TextBox 3">
            <a:extLst>
              <a:ext uri="{FF2B5EF4-FFF2-40B4-BE49-F238E27FC236}">
                <a16:creationId xmlns:a16="http://schemas.microsoft.com/office/drawing/2014/main" id="{05A4CE95-52A8-2348-4EFA-8315428CAAB5}"/>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EE2B7F2B-6BA5-8A30-1299-72AAFCC12A83}"/>
              </a:ext>
            </a:extLst>
          </p:cNvPr>
          <p:cNvSpPr/>
          <p:nvPr/>
        </p:nvSpPr>
        <p:spPr>
          <a:xfrm>
            <a:off x="3366516" y="3169190"/>
            <a:ext cx="5458968" cy="16642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animals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"Dog"</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"Hippo"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animals</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get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animals</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get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"Giraffe"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213749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4C0A-FE95-2552-9E34-5702DB58A6E2}"/>
              </a:ext>
            </a:extLst>
          </p:cNvPr>
          <p:cNvSpPr>
            <a:spLocks noGrp="1"/>
          </p:cNvSpPr>
          <p:nvPr>
            <p:ph type="title"/>
          </p:nvPr>
        </p:nvSpPr>
        <p:spPr/>
        <p:txBody>
          <a:bodyPr/>
          <a:lstStyle/>
          <a:p>
            <a:r>
              <a:rPr lang="en-US" dirty="0"/>
              <a:t>.</a:t>
            </a:r>
            <a:r>
              <a:rPr lang="en-US" dirty="0" err="1"/>
              <a:t>setdefault</a:t>
            </a:r>
            <a:r>
              <a:rPr lang="en-US" dirty="0"/>
              <a:t>() Method [MH]</a:t>
            </a:r>
          </a:p>
        </p:txBody>
      </p:sp>
      <p:sp>
        <p:nvSpPr>
          <p:cNvPr id="3" name="Content Placeholder 2">
            <a:extLst>
              <a:ext uri="{FF2B5EF4-FFF2-40B4-BE49-F238E27FC236}">
                <a16:creationId xmlns:a16="http://schemas.microsoft.com/office/drawing/2014/main" id="{6CD75993-0C10-117E-C47C-721A25B246A6}"/>
              </a:ext>
            </a:extLst>
          </p:cNvPr>
          <p:cNvSpPr>
            <a:spLocks noGrp="1"/>
          </p:cNvSpPr>
          <p:nvPr>
            <p:ph idx="1"/>
          </p:nvPr>
        </p:nvSpPr>
        <p:spPr>
          <a:xfrm>
            <a:off x="838200" y="1825625"/>
            <a:ext cx="10515600" cy="4386044"/>
          </a:xfrm>
        </p:spPr>
        <p:txBody>
          <a:bodyPr>
            <a:normAutofit/>
          </a:bodyPr>
          <a:lstStyle/>
          <a:p>
            <a:r>
              <a:rPr lang="en-US" dirty="0"/>
              <a:t>Useful for setting a value for a key if the key/ value is not in the dictionary.</a:t>
            </a:r>
          </a:p>
          <a:p>
            <a:pPr marL="0" indent="0">
              <a:buNone/>
            </a:pPr>
            <a:endParaRPr lang="en-US" dirty="0"/>
          </a:p>
          <a:p>
            <a:pPr marL="0" indent="0">
              <a:buNone/>
            </a:pPr>
            <a:endParaRPr lang="en-US" dirty="0"/>
          </a:p>
          <a:p>
            <a:r>
              <a:rPr lang="en-US" dirty="0"/>
              <a:t>Equivalent to:</a:t>
            </a:r>
          </a:p>
          <a:p>
            <a:pPr marL="0" indent="0">
              <a:buNone/>
            </a:pPr>
            <a:endParaRPr lang="en-US" dirty="0"/>
          </a:p>
        </p:txBody>
      </p:sp>
      <p:sp>
        <p:nvSpPr>
          <p:cNvPr id="4" name="TextBox 3">
            <a:extLst>
              <a:ext uri="{FF2B5EF4-FFF2-40B4-BE49-F238E27FC236}">
                <a16:creationId xmlns:a16="http://schemas.microsoft.com/office/drawing/2014/main" id="{7924DA2C-36A9-A7C8-CC5B-00AF95ED89E8}"/>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EFE897A2-762B-42D2-38D3-34CB2673933F}"/>
              </a:ext>
            </a:extLst>
          </p:cNvPr>
          <p:cNvSpPr/>
          <p:nvPr/>
        </p:nvSpPr>
        <p:spPr>
          <a:xfrm>
            <a:off x="3273552" y="2706624"/>
            <a:ext cx="5349240" cy="72237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"Scratchy"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"Dog"</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"Spot"</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setdefault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"Dinosaur"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"Blue"</a:t>
            </a:r>
            <a:r>
              <a:rPr lang="en-US" b="0" dirty="0">
                <a:solidFill>
                  <a:srgbClr val="D4D4D4"/>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34F50E2D-57A0-338D-324B-CCDFCA2B499D}"/>
              </a:ext>
            </a:extLst>
          </p:cNvPr>
          <p:cNvSpPr/>
          <p:nvPr/>
        </p:nvSpPr>
        <p:spPr>
          <a:xfrm>
            <a:off x="3421380" y="4309999"/>
            <a:ext cx="5349240" cy="11887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"Scratchy"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"Dog"</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"Spot"</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"Dinosaur"</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"Dinosaur"</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"Blue"</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080819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6E65A-A185-FEB8-425F-792826669772}"/>
              </a:ext>
            </a:extLst>
          </p:cNvPr>
          <p:cNvSpPr>
            <a:spLocks noGrp="1"/>
          </p:cNvSpPr>
          <p:nvPr>
            <p:ph type="title"/>
          </p:nvPr>
        </p:nvSpPr>
        <p:spPr/>
        <p:txBody>
          <a:bodyPr/>
          <a:lstStyle/>
          <a:p>
            <a:r>
              <a:rPr lang="en-US" dirty="0"/>
              <a:t>dict() [MH]</a:t>
            </a:r>
          </a:p>
        </p:txBody>
      </p:sp>
      <p:sp>
        <p:nvSpPr>
          <p:cNvPr id="3" name="Content Placeholder 2">
            <a:extLst>
              <a:ext uri="{FF2B5EF4-FFF2-40B4-BE49-F238E27FC236}">
                <a16:creationId xmlns:a16="http://schemas.microsoft.com/office/drawing/2014/main" id="{1CADCDB1-1C1B-4F9B-B61A-317AF879883B}"/>
              </a:ext>
            </a:extLst>
          </p:cNvPr>
          <p:cNvSpPr>
            <a:spLocks noGrp="1"/>
          </p:cNvSpPr>
          <p:nvPr>
            <p:ph idx="1"/>
          </p:nvPr>
        </p:nvSpPr>
        <p:spPr/>
        <p:txBody>
          <a:bodyPr>
            <a:normAutofit/>
          </a:bodyPr>
          <a:lstStyle/>
          <a:p>
            <a:r>
              <a:rPr lang="en-US" dirty="0"/>
              <a:t>Builds dictionaries from pairs of keys/ values.</a:t>
            </a:r>
          </a:p>
          <a:p>
            <a:pPr lvl="1"/>
            <a:r>
              <a:rPr lang="en-US" dirty="0"/>
              <a:t>Works with both tuples and lists.</a:t>
            </a:r>
          </a:p>
          <a:p>
            <a:pPr marL="0" indent="0">
              <a:buNone/>
            </a:pPr>
            <a:endParaRPr lang="en-US" dirty="0"/>
          </a:p>
        </p:txBody>
      </p:sp>
      <p:sp>
        <p:nvSpPr>
          <p:cNvPr id="4" name="TextBox 3">
            <a:extLst>
              <a:ext uri="{FF2B5EF4-FFF2-40B4-BE49-F238E27FC236}">
                <a16:creationId xmlns:a16="http://schemas.microsoft.com/office/drawing/2014/main" id="{CC0D3AAC-72F0-1909-6E36-B694D4D8FDFD}"/>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Similar Examples Can Be Found in Chapter 5, “Dictionaries and Structuring Data”, in “Automate the Boring Stuff With Python” By: Al </a:t>
            </a:r>
            <a:r>
              <a:rPr lang="en-US" sz="1200" dirty="0" err="1"/>
              <a:t>Sweigart</a:t>
            </a:r>
            <a:endParaRPr lang="en-US" sz="1200" dirty="0"/>
          </a:p>
          <a:p>
            <a:r>
              <a:rPr lang="en-US" sz="1200" b="1" dirty="0"/>
              <a:t>URL</a:t>
            </a:r>
            <a:r>
              <a:rPr lang="en-US" sz="1200" dirty="0"/>
              <a:t>: https://automatetheboringstuff.com/2e/chapter5/</a:t>
            </a:r>
          </a:p>
          <a:p>
            <a:r>
              <a:rPr lang="en-US" sz="1200" b="1" dirty="0"/>
              <a:t>ACCESSED</a:t>
            </a:r>
            <a:r>
              <a:rPr lang="en-US" sz="1200" dirty="0"/>
              <a:t>: 3-25-2023</a:t>
            </a:r>
          </a:p>
        </p:txBody>
      </p:sp>
      <p:sp>
        <p:nvSpPr>
          <p:cNvPr id="5" name="Rectangle 4">
            <a:extLst>
              <a:ext uri="{FF2B5EF4-FFF2-40B4-BE49-F238E27FC236}">
                <a16:creationId xmlns:a16="http://schemas.microsoft.com/office/drawing/2014/main" id="{936DDEEA-71A8-7077-DB93-2200122D3F64}"/>
              </a:ext>
            </a:extLst>
          </p:cNvPr>
          <p:cNvSpPr/>
          <p:nvPr/>
        </p:nvSpPr>
        <p:spPr>
          <a:xfrm>
            <a:off x="2240280" y="3200400"/>
            <a:ext cx="7711440" cy="21031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makeDict1</a:t>
            </a:r>
            <a:r>
              <a:rPr lang="en-US" b="0" dirty="0">
                <a:solidFill>
                  <a:srgbClr val="D4D4D4"/>
                </a:solidFill>
                <a:effectLst/>
                <a:latin typeface="Consolas" panose="020B0609020204030204" pitchFamily="49" charset="0"/>
              </a:rPr>
              <a:t> = </a:t>
            </a:r>
            <a:r>
              <a:rPr lang="en-US" b="0" dirty="0">
                <a:solidFill>
                  <a:srgbClr val="4EC9B0"/>
                </a:solidFill>
                <a:effectLst/>
                <a:latin typeface="Consolas" panose="020B0609020204030204" pitchFamily="49" charset="0"/>
              </a:rPr>
              <a: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"apple"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"lime"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"banana"</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makeDict1</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makeDict2</a:t>
            </a:r>
            <a:r>
              <a:rPr lang="en-US" b="0" dirty="0">
                <a:solidFill>
                  <a:srgbClr val="D4D4D4"/>
                </a:solidFill>
                <a:effectLst/>
                <a:latin typeface="Consolas" panose="020B0609020204030204" pitchFamily="49" charset="0"/>
              </a:rPr>
              <a:t> = </a:t>
            </a:r>
            <a:r>
              <a:rPr lang="en-US" b="0" dirty="0">
                <a:solidFill>
                  <a:srgbClr val="4EC9B0"/>
                </a:solidFill>
                <a:effectLst/>
                <a:latin typeface="Consolas" panose="020B0609020204030204" pitchFamily="49" charset="0"/>
              </a:rPr>
              <a:t>dict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makeDict2</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70513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01373-4D46-D464-6D36-AABEEB02AC26}"/>
              </a:ext>
            </a:extLst>
          </p:cNvPr>
          <p:cNvSpPr>
            <a:spLocks noGrp="1"/>
          </p:cNvSpPr>
          <p:nvPr>
            <p:ph type="title"/>
          </p:nvPr>
        </p:nvSpPr>
        <p:spPr/>
        <p:txBody>
          <a:bodyPr/>
          <a:lstStyle/>
          <a:p>
            <a:r>
              <a:rPr lang="en-US" dirty="0"/>
              <a:t>Aliasing and Copying [</a:t>
            </a:r>
            <a:r>
              <a:rPr lang="en-US" dirty="0" err="1"/>
              <a:t>thinkcspy</a:t>
            </a:r>
            <a:r>
              <a:rPr lang="en-US" dirty="0"/>
              <a:t> 12.4]</a:t>
            </a:r>
          </a:p>
        </p:txBody>
      </p:sp>
      <p:sp>
        <p:nvSpPr>
          <p:cNvPr id="3" name="Content Placeholder 2">
            <a:extLst>
              <a:ext uri="{FF2B5EF4-FFF2-40B4-BE49-F238E27FC236}">
                <a16:creationId xmlns:a16="http://schemas.microsoft.com/office/drawing/2014/main" id="{5B4FCF63-EB5F-00CE-1459-894FCE574071}"/>
              </a:ext>
            </a:extLst>
          </p:cNvPr>
          <p:cNvSpPr>
            <a:spLocks noGrp="1"/>
          </p:cNvSpPr>
          <p:nvPr>
            <p:ph idx="1"/>
          </p:nvPr>
        </p:nvSpPr>
        <p:spPr/>
        <p:txBody>
          <a:bodyPr/>
          <a:lstStyle/>
          <a:p>
            <a:r>
              <a:rPr lang="en-US" dirty="0"/>
              <a:t>“Because dictionaries are mutable, you need to be aware of aliasing (as we saw with lists). Whenever two variables refer to the same dictionary object, changes to one affect the other.” [</a:t>
            </a:r>
            <a:r>
              <a:rPr lang="en-US" dirty="0" err="1"/>
              <a:t>thinkcspy</a:t>
            </a:r>
            <a:r>
              <a:rPr lang="en-US" dirty="0"/>
              <a:t> 12.4]</a:t>
            </a:r>
          </a:p>
          <a:p>
            <a:r>
              <a:rPr lang="en-US" dirty="0"/>
              <a:t>Ex:</a:t>
            </a:r>
          </a:p>
        </p:txBody>
      </p:sp>
      <p:sp>
        <p:nvSpPr>
          <p:cNvPr id="4" name="Rectangle 3">
            <a:extLst>
              <a:ext uri="{FF2B5EF4-FFF2-40B4-BE49-F238E27FC236}">
                <a16:creationId xmlns:a16="http://schemas.microsoft.com/office/drawing/2014/main" id="{85B92B5E-091F-88FD-3AD8-2BE6C581ECE7}"/>
              </a:ext>
            </a:extLst>
          </p:cNvPr>
          <p:cNvSpPr/>
          <p:nvPr/>
        </p:nvSpPr>
        <p:spPr>
          <a:xfrm>
            <a:off x="3302508" y="3429000"/>
            <a:ext cx="5586984" cy="287121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"Horsey"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"Horse"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"Cow"</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"Cat"</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"Tiger"</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"Turtle"</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alias</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pets</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del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alias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17741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B72D9-3BAF-BDE8-7F4B-03820B2F550B}"/>
              </a:ext>
            </a:extLst>
          </p:cNvPr>
          <p:cNvSpPr>
            <a:spLocks noGrp="1"/>
          </p:cNvSpPr>
          <p:nvPr>
            <p:ph type="title"/>
          </p:nvPr>
        </p:nvSpPr>
        <p:spPr/>
        <p:txBody>
          <a:bodyPr/>
          <a:lstStyle/>
          <a:p>
            <a:r>
              <a:rPr lang="en-US" dirty="0"/>
              <a:t>Aliasing and Copying [MH]</a:t>
            </a:r>
          </a:p>
        </p:txBody>
      </p:sp>
      <p:sp>
        <p:nvSpPr>
          <p:cNvPr id="3" name="Content Placeholder 2">
            <a:extLst>
              <a:ext uri="{FF2B5EF4-FFF2-40B4-BE49-F238E27FC236}">
                <a16:creationId xmlns:a16="http://schemas.microsoft.com/office/drawing/2014/main" id="{568980A2-F696-C0CA-93F3-7C9A6AE7A303}"/>
              </a:ext>
            </a:extLst>
          </p:cNvPr>
          <p:cNvSpPr>
            <a:spLocks noGrp="1"/>
          </p:cNvSpPr>
          <p:nvPr>
            <p:ph idx="1"/>
          </p:nvPr>
        </p:nvSpPr>
        <p:spPr/>
        <p:txBody>
          <a:bodyPr/>
          <a:lstStyle/>
          <a:p>
            <a:r>
              <a:rPr lang="en-US" dirty="0"/>
              <a:t>When the </a:t>
            </a:r>
            <a:r>
              <a:rPr lang="en-US" b="1" dirty="0"/>
              <a:t>alias</a:t>
            </a:r>
            <a:r>
              <a:rPr lang="en-US" dirty="0"/>
              <a:t> variable is set to be equal to </a:t>
            </a:r>
            <a:r>
              <a:rPr lang="en-US" b="1" dirty="0"/>
              <a:t>pets</a:t>
            </a:r>
            <a:r>
              <a:rPr lang="en-US" dirty="0"/>
              <a:t> (</a:t>
            </a:r>
            <a:r>
              <a:rPr lang="en-US" b="1" dirty="0"/>
              <a:t>alias = pets</a:t>
            </a:r>
            <a:r>
              <a:rPr lang="en-US" dirty="0"/>
              <a:t>), Python does </a:t>
            </a:r>
            <a:r>
              <a:rPr lang="en-US" b="1" i="1" dirty="0"/>
              <a:t>not</a:t>
            </a:r>
            <a:r>
              <a:rPr lang="en-US" dirty="0"/>
              <a:t> create a new copy of the underlying array. </a:t>
            </a:r>
          </a:p>
          <a:p>
            <a:pPr lvl="1"/>
            <a:r>
              <a:rPr lang="en-US" dirty="0"/>
              <a:t>Rather, </a:t>
            </a:r>
            <a:r>
              <a:rPr lang="en-US" i="1" dirty="0"/>
              <a:t>both</a:t>
            </a:r>
            <a:r>
              <a:rPr lang="en-US" dirty="0"/>
              <a:t> </a:t>
            </a:r>
            <a:r>
              <a:rPr lang="en-US" b="1" dirty="0"/>
              <a:t>pets</a:t>
            </a:r>
            <a:r>
              <a:rPr lang="en-US" dirty="0"/>
              <a:t> </a:t>
            </a:r>
            <a:r>
              <a:rPr lang="en-US" i="1" dirty="0"/>
              <a:t>and</a:t>
            </a:r>
            <a:r>
              <a:rPr lang="en-US" dirty="0"/>
              <a:t> </a:t>
            </a:r>
            <a:r>
              <a:rPr lang="en-US" b="1" dirty="0"/>
              <a:t>alias</a:t>
            </a:r>
            <a:r>
              <a:rPr lang="en-US" dirty="0"/>
              <a:t> refer to the </a:t>
            </a:r>
            <a:r>
              <a:rPr lang="en-US" b="1" i="1" dirty="0"/>
              <a:t>same</a:t>
            </a:r>
            <a:r>
              <a:rPr lang="en-US" dirty="0"/>
              <a:t> object in memory. </a:t>
            </a:r>
          </a:p>
          <a:p>
            <a:pPr lvl="2"/>
            <a:r>
              <a:rPr lang="en-US" dirty="0"/>
              <a:t>Thus, a change to </a:t>
            </a:r>
            <a:r>
              <a:rPr lang="en-US" i="1" dirty="0"/>
              <a:t>one</a:t>
            </a:r>
            <a:r>
              <a:rPr lang="en-US" dirty="0"/>
              <a:t> variable </a:t>
            </a:r>
            <a:r>
              <a:rPr lang="en-US" i="1" dirty="0"/>
              <a:t>appears</a:t>
            </a:r>
            <a:r>
              <a:rPr lang="en-US" dirty="0"/>
              <a:t> to be a change to the </a:t>
            </a:r>
            <a:r>
              <a:rPr lang="en-US" i="1" dirty="0"/>
              <a:t>other</a:t>
            </a:r>
            <a:r>
              <a:rPr lang="en-US" dirty="0"/>
              <a:t> – but they </a:t>
            </a:r>
            <a:r>
              <a:rPr lang="en-US" i="1" dirty="0"/>
              <a:t>both</a:t>
            </a:r>
            <a:r>
              <a:rPr lang="en-US" dirty="0"/>
              <a:t> refer to the </a:t>
            </a:r>
            <a:r>
              <a:rPr lang="en-US" i="1" dirty="0"/>
              <a:t>same</a:t>
            </a:r>
            <a:r>
              <a:rPr lang="en-US" dirty="0"/>
              <a:t> object!</a:t>
            </a:r>
          </a:p>
        </p:txBody>
      </p:sp>
      <p:sp>
        <p:nvSpPr>
          <p:cNvPr id="4" name="Speech Bubble: Rectangle 3">
            <a:extLst>
              <a:ext uri="{FF2B5EF4-FFF2-40B4-BE49-F238E27FC236}">
                <a16:creationId xmlns:a16="http://schemas.microsoft.com/office/drawing/2014/main" id="{0CAF97F5-F7C9-0DF6-E3E1-3CEEDA43A69F}"/>
              </a:ext>
            </a:extLst>
          </p:cNvPr>
          <p:cNvSpPr/>
          <p:nvPr/>
        </p:nvSpPr>
        <p:spPr>
          <a:xfrm>
            <a:off x="1746504" y="3706812"/>
            <a:ext cx="2962656" cy="1325563"/>
          </a:xfrm>
          <a:prstGeom prst="wedgeRectCallout">
            <a:avLst>
              <a:gd name="adj1" fmla="val 108179"/>
              <a:gd name="adj2" fmla="val 53532"/>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0" dirty="0">
                <a:solidFill>
                  <a:srgbClr val="9CDCFE"/>
                </a:solidFill>
                <a:effectLst/>
                <a:latin typeface="Consolas" panose="020B0609020204030204" pitchFamily="49" charset="0"/>
              </a:rPr>
              <a:t>pets</a:t>
            </a:r>
            <a:endParaRPr lang="en-US" sz="3600" dirty="0"/>
          </a:p>
        </p:txBody>
      </p:sp>
      <p:sp>
        <p:nvSpPr>
          <p:cNvPr id="5" name="Speech Bubble: Rectangle 4">
            <a:extLst>
              <a:ext uri="{FF2B5EF4-FFF2-40B4-BE49-F238E27FC236}">
                <a16:creationId xmlns:a16="http://schemas.microsoft.com/office/drawing/2014/main" id="{C121A02D-50DD-C08E-440C-0A4B427EFE90}"/>
              </a:ext>
            </a:extLst>
          </p:cNvPr>
          <p:cNvSpPr/>
          <p:nvPr/>
        </p:nvSpPr>
        <p:spPr>
          <a:xfrm>
            <a:off x="1746504" y="5423694"/>
            <a:ext cx="2962656" cy="1325563"/>
          </a:xfrm>
          <a:prstGeom prst="wedgeRectCallout">
            <a:avLst>
              <a:gd name="adj1" fmla="val 108179"/>
              <a:gd name="adj2" fmla="val -5132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0" dirty="0">
                <a:solidFill>
                  <a:srgbClr val="9CDCFE"/>
                </a:solidFill>
                <a:effectLst/>
                <a:latin typeface="Consolas" panose="020B0609020204030204" pitchFamily="49" charset="0"/>
              </a:rPr>
              <a:t>alias</a:t>
            </a:r>
            <a:endParaRPr lang="en-US" sz="3600" dirty="0"/>
          </a:p>
        </p:txBody>
      </p:sp>
      <p:sp>
        <p:nvSpPr>
          <p:cNvPr id="6" name="Rectangle 5">
            <a:extLst>
              <a:ext uri="{FF2B5EF4-FFF2-40B4-BE49-F238E27FC236}">
                <a16:creationId xmlns:a16="http://schemas.microsoft.com/office/drawing/2014/main" id="{20E3DE8D-9988-6904-9118-1C3FC749CAF6}"/>
              </a:ext>
            </a:extLst>
          </p:cNvPr>
          <p:cNvSpPr/>
          <p:nvPr/>
        </p:nvSpPr>
        <p:spPr>
          <a:xfrm>
            <a:off x="6428232" y="4608576"/>
            <a:ext cx="4709160" cy="13255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'Horsey'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'Horse'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'Cow'</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'Tiger'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'Turtle'</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5596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C5BA-A4A6-4440-3E37-21555583AEB2}"/>
              </a:ext>
            </a:extLst>
          </p:cNvPr>
          <p:cNvSpPr>
            <a:spLocks noGrp="1"/>
          </p:cNvSpPr>
          <p:nvPr>
            <p:ph type="title"/>
          </p:nvPr>
        </p:nvSpPr>
        <p:spPr/>
        <p:txBody>
          <a:bodyPr/>
          <a:lstStyle/>
          <a:p>
            <a:r>
              <a:rPr lang="en-US" dirty="0"/>
              <a:t>.copy() Method [</a:t>
            </a:r>
            <a:r>
              <a:rPr lang="en-US" dirty="0" err="1"/>
              <a:t>thinkcspy</a:t>
            </a:r>
            <a:r>
              <a:rPr lang="en-US" dirty="0"/>
              <a:t> 12.4]</a:t>
            </a:r>
          </a:p>
        </p:txBody>
      </p:sp>
      <p:sp>
        <p:nvSpPr>
          <p:cNvPr id="3" name="Content Placeholder 2">
            <a:extLst>
              <a:ext uri="{FF2B5EF4-FFF2-40B4-BE49-F238E27FC236}">
                <a16:creationId xmlns:a16="http://schemas.microsoft.com/office/drawing/2014/main" id="{EC0AC792-4B0F-49FD-4646-CB362955738B}"/>
              </a:ext>
            </a:extLst>
          </p:cNvPr>
          <p:cNvSpPr>
            <a:spLocks noGrp="1"/>
          </p:cNvSpPr>
          <p:nvPr>
            <p:ph idx="1"/>
          </p:nvPr>
        </p:nvSpPr>
        <p:spPr/>
        <p:txBody>
          <a:bodyPr/>
          <a:lstStyle/>
          <a:p>
            <a:r>
              <a:rPr lang="en-US" dirty="0"/>
              <a:t>“If you want to modify a dictionary and keep a copy of the original, use the dictionary </a:t>
            </a:r>
            <a:r>
              <a:rPr lang="en-US" b="1" dirty="0"/>
              <a:t>copy</a:t>
            </a:r>
            <a:r>
              <a:rPr lang="en-US" dirty="0"/>
              <a:t> method” [</a:t>
            </a:r>
            <a:r>
              <a:rPr lang="en-US" dirty="0" err="1"/>
              <a:t>thinkcspy</a:t>
            </a:r>
            <a:r>
              <a:rPr lang="en-US" dirty="0"/>
              <a:t> 12.4]</a:t>
            </a:r>
          </a:p>
        </p:txBody>
      </p:sp>
      <p:sp>
        <p:nvSpPr>
          <p:cNvPr id="5" name="Rectangle 4">
            <a:extLst>
              <a:ext uri="{FF2B5EF4-FFF2-40B4-BE49-F238E27FC236}">
                <a16:creationId xmlns:a16="http://schemas.microsoft.com/office/drawing/2014/main" id="{692D21BA-D41E-A9D4-0AD1-BB683B8A7BE4}"/>
              </a:ext>
            </a:extLst>
          </p:cNvPr>
          <p:cNvSpPr/>
          <p:nvPr/>
        </p:nvSpPr>
        <p:spPr>
          <a:xfrm>
            <a:off x="3307080" y="3104579"/>
            <a:ext cx="5577840" cy="30723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"Horsey"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"Horse"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"Cow"</a:t>
            </a:r>
            <a:r>
              <a:rPr lang="en-US" b="0" dirty="0">
                <a:solidFill>
                  <a:srgbClr val="D4D4D4"/>
                </a:solidFill>
                <a:effectLst/>
                <a:latin typeface="Consolas" panose="020B0609020204030204" pitchFamily="49" charset="0"/>
              </a:rPr>
              <a:t>}</a:t>
            </a: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"Cat"</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"Tiger"</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"Turtle"</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copyOfPets</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copy</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del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copyOfPets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pets</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copyOfPets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813162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B72D9-3BAF-BDE8-7F4B-03820B2F550B}"/>
              </a:ext>
            </a:extLst>
          </p:cNvPr>
          <p:cNvSpPr>
            <a:spLocks noGrp="1"/>
          </p:cNvSpPr>
          <p:nvPr>
            <p:ph type="title"/>
          </p:nvPr>
        </p:nvSpPr>
        <p:spPr/>
        <p:txBody>
          <a:bodyPr/>
          <a:lstStyle/>
          <a:p>
            <a:r>
              <a:rPr lang="en-US" dirty="0"/>
              <a:t>.copy() Method [MH]</a:t>
            </a:r>
          </a:p>
        </p:txBody>
      </p:sp>
      <p:sp>
        <p:nvSpPr>
          <p:cNvPr id="3" name="Content Placeholder 2">
            <a:extLst>
              <a:ext uri="{FF2B5EF4-FFF2-40B4-BE49-F238E27FC236}">
                <a16:creationId xmlns:a16="http://schemas.microsoft.com/office/drawing/2014/main" id="{568980A2-F696-C0CA-93F3-7C9A6AE7A303}"/>
              </a:ext>
            </a:extLst>
          </p:cNvPr>
          <p:cNvSpPr>
            <a:spLocks noGrp="1"/>
          </p:cNvSpPr>
          <p:nvPr>
            <p:ph idx="1"/>
          </p:nvPr>
        </p:nvSpPr>
        <p:spPr/>
        <p:txBody>
          <a:bodyPr/>
          <a:lstStyle/>
          <a:p>
            <a:r>
              <a:rPr lang="en-US" dirty="0"/>
              <a:t>When using the .copy() method, the second variable refers to a duplicate – </a:t>
            </a:r>
            <a:r>
              <a:rPr lang="en-US" i="1" dirty="0"/>
              <a:t>not</a:t>
            </a:r>
            <a:r>
              <a:rPr lang="en-US" dirty="0"/>
              <a:t> to the original mutable object as seen before.</a:t>
            </a:r>
          </a:p>
        </p:txBody>
      </p:sp>
      <p:sp>
        <p:nvSpPr>
          <p:cNvPr id="4" name="Speech Bubble: Rectangle 3">
            <a:extLst>
              <a:ext uri="{FF2B5EF4-FFF2-40B4-BE49-F238E27FC236}">
                <a16:creationId xmlns:a16="http://schemas.microsoft.com/office/drawing/2014/main" id="{0CAF97F5-F7C9-0DF6-E3E1-3CEEDA43A69F}"/>
              </a:ext>
            </a:extLst>
          </p:cNvPr>
          <p:cNvSpPr/>
          <p:nvPr/>
        </p:nvSpPr>
        <p:spPr>
          <a:xfrm>
            <a:off x="1746504" y="3706812"/>
            <a:ext cx="2962656" cy="1325563"/>
          </a:xfrm>
          <a:prstGeom prst="wedgeRectCallout">
            <a:avLst>
              <a:gd name="adj1" fmla="val 103241"/>
              <a:gd name="adj2" fmla="val -274"/>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0" dirty="0">
                <a:solidFill>
                  <a:srgbClr val="9CDCFE"/>
                </a:solidFill>
                <a:effectLst/>
                <a:latin typeface="Consolas" panose="020B0609020204030204" pitchFamily="49" charset="0"/>
              </a:rPr>
              <a:t>pets</a:t>
            </a:r>
            <a:endParaRPr lang="en-US" sz="3600" dirty="0"/>
          </a:p>
        </p:txBody>
      </p:sp>
      <p:sp>
        <p:nvSpPr>
          <p:cNvPr id="5" name="Speech Bubble: Rectangle 4">
            <a:extLst>
              <a:ext uri="{FF2B5EF4-FFF2-40B4-BE49-F238E27FC236}">
                <a16:creationId xmlns:a16="http://schemas.microsoft.com/office/drawing/2014/main" id="{C121A02D-50DD-C08E-440C-0A4B427EFE90}"/>
              </a:ext>
            </a:extLst>
          </p:cNvPr>
          <p:cNvSpPr/>
          <p:nvPr/>
        </p:nvSpPr>
        <p:spPr>
          <a:xfrm>
            <a:off x="1746504" y="5423694"/>
            <a:ext cx="2962656" cy="1325563"/>
          </a:xfrm>
          <a:prstGeom prst="wedgeRectCallout">
            <a:avLst>
              <a:gd name="adj1" fmla="val 103858"/>
              <a:gd name="adj2" fmla="val -964"/>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3600" b="0" dirty="0">
                <a:solidFill>
                  <a:srgbClr val="9CDCFE"/>
                </a:solidFill>
                <a:effectLst/>
                <a:latin typeface="Consolas" panose="020B0609020204030204" pitchFamily="49" charset="0"/>
              </a:rPr>
              <a:t>copyOfPets</a:t>
            </a:r>
            <a:endParaRPr lang="en-US" sz="3600" b="0" dirty="0">
              <a:solidFill>
                <a:srgbClr val="D4D4D4"/>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20E3DE8D-9988-6904-9118-1C3FC749CAF6}"/>
              </a:ext>
            </a:extLst>
          </p:cNvPr>
          <p:cNvSpPr/>
          <p:nvPr/>
        </p:nvSpPr>
        <p:spPr>
          <a:xfrm>
            <a:off x="6318504" y="3706812"/>
            <a:ext cx="4709160" cy="13255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'Horsey'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'Horse'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'Cow'</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'Tiger'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'Turtle'</a:t>
            </a:r>
            <a:r>
              <a:rPr lang="en-US" b="0" dirty="0">
                <a:solidFill>
                  <a:srgbClr val="D4D4D4"/>
                </a:solidFill>
                <a:effectLst/>
                <a:latin typeface="Consolas" panose="020B0609020204030204" pitchFamily="49" charset="0"/>
              </a:rPr>
              <a:t>}</a:t>
            </a:r>
          </a:p>
        </p:txBody>
      </p:sp>
      <p:sp>
        <p:nvSpPr>
          <p:cNvPr id="7" name="Rectangle 6">
            <a:extLst>
              <a:ext uri="{FF2B5EF4-FFF2-40B4-BE49-F238E27FC236}">
                <a16:creationId xmlns:a16="http://schemas.microsoft.com/office/drawing/2014/main" id="{D4B61931-BA76-391B-38BE-444F2411E04E}"/>
              </a:ext>
            </a:extLst>
          </p:cNvPr>
          <p:cNvSpPr/>
          <p:nvPr/>
        </p:nvSpPr>
        <p:spPr>
          <a:xfrm>
            <a:off x="6318504" y="5423693"/>
            <a:ext cx="4709160" cy="13255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'Horsey'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'Horse'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'Bessey'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'Cow'</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'Orangey'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'Stripey'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'Tiger'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'Snakey'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'Turtle'</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83950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2ED4B-87DB-6ED6-7829-662402472D23}"/>
              </a:ext>
            </a:extLst>
          </p:cNvPr>
          <p:cNvSpPr>
            <a:spLocks noGrp="1"/>
          </p:cNvSpPr>
          <p:nvPr>
            <p:ph type="title"/>
          </p:nvPr>
        </p:nvSpPr>
        <p:spPr/>
        <p:txBody>
          <a:bodyPr/>
          <a:lstStyle/>
          <a:p>
            <a:r>
              <a:rPr lang="en-US" dirty="0"/>
              <a:t>Shallow Copy vs. Deep Copy [Python]</a:t>
            </a:r>
          </a:p>
        </p:txBody>
      </p:sp>
      <p:sp>
        <p:nvSpPr>
          <p:cNvPr id="3" name="Content Placeholder 2">
            <a:extLst>
              <a:ext uri="{FF2B5EF4-FFF2-40B4-BE49-F238E27FC236}">
                <a16:creationId xmlns:a16="http://schemas.microsoft.com/office/drawing/2014/main" id="{F58F19A3-5989-0C95-0948-8DCB1F3C018A}"/>
              </a:ext>
            </a:extLst>
          </p:cNvPr>
          <p:cNvSpPr>
            <a:spLocks noGrp="1"/>
          </p:cNvSpPr>
          <p:nvPr>
            <p:ph idx="1"/>
          </p:nvPr>
        </p:nvSpPr>
        <p:spPr/>
        <p:txBody>
          <a:bodyPr>
            <a:normAutofit/>
          </a:bodyPr>
          <a:lstStyle/>
          <a:p>
            <a:r>
              <a:rPr lang="en-US" dirty="0"/>
              <a:t>“The difference between shallow and deep copying is only relevant for compound objects (objects that contain other objects, like lists or class instances):” [Python]</a:t>
            </a:r>
          </a:p>
          <a:p>
            <a:pPr lvl="1"/>
            <a:r>
              <a:rPr lang="en-US" dirty="0"/>
              <a:t>“A </a:t>
            </a:r>
            <a:r>
              <a:rPr lang="en-US" i="1" dirty="0"/>
              <a:t>shallow copy </a:t>
            </a:r>
            <a:r>
              <a:rPr lang="en-US" dirty="0"/>
              <a:t>constructs a new compound object and then (to the extent possible) inserts </a:t>
            </a:r>
            <a:r>
              <a:rPr lang="en-US" i="1" dirty="0"/>
              <a:t>references</a:t>
            </a:r>
            <a:r>
              <a:rPr lang="en-US" dirty="0"/>
              <a:t> into it to the objects found in the original.” [Python]</a:t>
            </a:r>
          </a:p>
          <a:p>
            <a:pPr lvl="1"/>
            <a:r>
              <a:rPr lang="en-US" dirty="0"/>
              <a:t>“A </a:t>
            </a:r>
            <a:r>
              <a:rPr lang="en-US" i="1" dirty="0"/>
              <a:t>deep copy </a:t>
            </a:r>
            <a:r>
              <a:rPr lang="en-US" dirty="0"/>
              <a:t>constructs a new compound object and then, recursively, inserts </a:t>
            </a:r>
            <a:r>
              <a:rPr lang="en-US" i="1" dirty="0"/>
              <a:t>copies</a:t>
            </a:r>
            <a:r>
              <a:rPr lang="en-US" dirty="0"/>
              <a:t> into it of the objects found in the original.” [Python]</a:t>
            </a:r>
          </a:p>
          <a:p>
            <a:endParaRPr lang="en-US" dirty="0"/>
          </a:p>
        </p:txBody>
      </p:sp>
      <p:sp>
        <p:nvSpPr>
          <p:cNvPr id="4" name="TextBox 3">
            <a:extLst>
              <a:ext uri="{FF2B5EF4-FFF2-40B4-BE49-F238E27FC236}">
                <a16:creationId xmlns:a16="http://schemas.microsoft.com/office/drawing/2014/main" id="{D61F576C-3F67-0860-603D-896E50799206}"/>
              </a:ext>
            </a:extLst>
          </p:cNvPr>
          <p:cNvSpPr txBox="1"/>
          <p:nvPr/>
        </p:nvSpPr>
        <p:spPr>
          <a:xfrm>
            <a:off x="0" y="6211669"/>
            <a:ext cx="10049256" cy="646331"/>
          </a:xfrm>
          <a:prstGeom prst="rect">
            <a:avLst/>
          </a:prstGeom>
          <a:noFill/>
        </p:spPr>
        <p:txBody>
          <a:bodyPr wrap="square" rtlCol="0">
            <a:spAutoFit/>
          </a:bodyPr>
          <a:lstStyle/>
          <a:p>
            <a:r>
              <a:rPr lang="en-US" sz="1200" b="1" dirty="0"/>
              <a:t>CITATION</a:t>
            </a:r>
            <a:r>
              <a:rPr lang="en-US" sz="1200" dirty="0"/>
              <a:t>:  copy – Shallow and deep copy operations – From the Official Python Documentation</a:t>
            </a:r>
          </a:p>
          <a:p>
            <a:r>
              <a:rPr lang="en-US" sz="1200" b="1" dirty="0"/>
              <a:t>URL</a:t>
            </a:r>
            <a:r>
              <a:rPr lang="en-US" sz="1200" dirty="0"/>
              <a:t>: https://docs.python.org/3/library/copy.html </a:t>
            </a:r>
          </a:p>
          <a:p>
            <a:r>
              <a:rPr lang="en-US" sz="1200" b="1" dirty="0"/>
              <a:t>ACCESSED</a:t>
            </a:r>
            <a:r>
              <a:rPr lang="en-US" sz="1200" dirty="0"/>
              <a:t>: 3-26-2023</a:t>
            </a:r>
          </a:p>
        </p:txBody>
      </p:sp>
    </p:spTree>
    <p:extLst>
      <p:ext uri="{BB962C8B-B14F-4D97-AF65-F5344CB8AC3E}">
        <p14:creationId xmlns:p14="http://schemas.microsoft.com/office/powerpoint/2010/main" val="3611974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0C71B-E8E2-F65B-890B-AEF4615FD13F}"/>
              </a:ext>
            </a:extLst>
          </p:cNvPr>
          <p:cNvSpPr>
            <a:spLocks noGrp="1"/>
          </p:cNvSpPr>
          <p:nvPr>
            <p:ph type="title"/>
          </p:nvPr>
        </p:nvSpPr>
        <p:spPr/>
        <p:txBody>
          <a:bodyPr/>
          <a:lstStyle/>
          <a:p>
            <a:r>
              <a:rPr lang="en-US" dirty="0"/>
              <a:t>Group Exercise [</a:t>
            </a:r>
            <a:r>
              <a:rPr lang="en-US" dirty="0" err="1"/>
              <a:t>thinkcspy</a:t>
            </a:r>
            <a:r>
              <a:rPr lang="en-US" dirty="0"/>
              <a:t> 12.7]</a:t>
            </a:r>
          </a:p>
        </p:txBody>
      </p:sp>
      <p:sp>
        <p:nvSpPr>
          <p:cNvPr id="3" name="Content Placeholder 2">
            <a:extLst>
              <a:ext uri="{FF2B5EF4-FFF2-40B4-BE49-F238E27FC236}">
                <a16:creationId xmlns:a16="http://schemas.microsoft.com/office/drawing/2014/main" id="{1A7B8BC9-6BFB-9C5B-7B74-B8E93DF9DC8A}"/>
              </a:ext>
            </a:extLst>
          </p:cNvPr>
          <p:cNvSpPr>
            <a:spLocks noGrp="1"/>
          </p:cNvSpPr>
          <p:nvPr>
            <p:ph idx="1"/>
          </p:nvPr>
        </p:nvSpPr>
        <p:spPr/>
        <p:txBody>
          <a:bodyPr/>
          <a:lstStyle/>
          <a:p>
            <a:r>
              <a:rPr lang="en-US" dirty="0"/>
              <a:t>Write a script that does the following:</a:t>
            </a:r>
          </a:p>
          <a:p>
            <a:pPr lvl="1"/>
            <a:r>
              <a:rPr lang="en-US" dirty="0"/>
              <a:t>Take a string from the user as input.</a:t>
            </a:r>
          </a:p>
          <a:p>
            <a:pPr lvl="1"/>
            <a:r>
              <a:rPr lang="en-US" dirty="0"/>
              <a:t>Use a dictionary to count the instances of different characters in the string.</a:t>
            </a:r>
          </a:p>
          <a:p>
            <a:pPr lvl="1"/>
            <a:r>
              <a:rPr lang="en-US" dirty="0"/>
              <a:t>Print out the number of instances of each character to the terminal in sorted order.</a:t>
            </a:r>
          </a:p>
          <a:p>
            <a:pPr lvl="1"/>
            <a:r>
              <a:rPr lang="en-US"/>
              <a:t>Adapted from </a:t>
            </a:r>
            <a:r>
              <a:rPr lang="en-US" dirty="0"/>
              <a:t>[</a:t>
            </a:r>
            <a:r>
              <a:rPr lang="en-US" dirty="0" err="1"/>
              <a:t>thinkcspy</a:t>
            </a:r>
            <a:r>
              <a:rPr lang="en-US" dirty="0"/>
              <a:t> 12.7] Exercise 1.</a:t>
            </a:r>
          </a:p>
          <a:p>
            <a:endParaRPr lang="en-US" dirty="0"/>
          </a:p>
        </p:txBody>
      </p:sp>
    </p:spTree>
    <p:extLst>
      <p:ext uri="{BB962C8B-B14F-4D97-AF65-F5344CB8AC3E}">
        <p14:creationId xmlns:p14="http://schemas.microsoft.com/office/powerpoint/2010/main" val="3189290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6176</TotalTime>
  <Words>2716</Words>
  <Application>Microsoft Office PowerPoint</Application>
  <PresentationFormat>Widescreen</PresentationFormat>
  <Paragraphs>247</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Consolas</vt:lpstr>
      <vt:lpstr>Office Theme</vt:lpstr>
      <vt:lpstr>Dictionaries</vt:lpstr>
      <vt:lpstr>Copyright Notice</vt:lpstr>
      <vt:lpstr>Copyright Notice</vt:lpstr>
      <vt:lpstr>Citation</vt:lpstr>
      <vt:lpstr>Dictionaries [thinkcspy 12.1]</vt:lpstr>
      <vt:lpstr>Definition [Python Docs]</vt:lpstr>
      <vt:lpstr>Keys [Python Docs]</vt:lpstr>
      <vt:lpstr>Values [MH]</vt:lpstr>
      <vt:lpstr>Example 1 [MH]</vt:lpstr>
      <vt:lpstr>Example 2 [MH]</vt:lpstr>
      <vt:lpstr>Example 3 [MH]</vt:lpstr>
      <vt:lpstr>Example 4 [thinkcspy 12.2]</vt:lpstr>
      <vt:lpstr>Dictionary Methods [thinkcspy 12.3]</vt:lpstr>
      <vt:lpstr>.keys() Method [MH]</vt:lpstr>
      <vt:lpstr>Check if a key exists [MH]</vt:lpstr>
      <vt:lpstr>.values() Method [MH]</vt:lpstr>
      <vt:lpstr>Check if a value exists [MH]</vt:lpstr>
      <vt:lpstr>.items() Method [MH]</vt:lpstr>
      <vt:lpstr>Check if a key/ value exists [MH]</vt:lpstr>
      <vt:lpstr>.get() Method [MH]</vt:lpstr>
      <vt:lpstr>.setdefault() Method [MH]</vt:lpstr>
      <vt:lpstr>dict() [MH]</vt:lpstr>
      <vt:lpstr>Aliasing and Copying [thinkcspy 12.4]</vt:lpstr>
      <vt:lpstr>Aliasing and Copying [MH]</vt:lpstr>
      <vt:lpstr>.copy() Method [thinkcspy 12.4]</vt:lpstr>
      <vt:lpstr>.copy() Method [MH]</vt:lpstr>
      <vt:lpstr>Shallow Copy vs. Deep Copy [Python]</vt:lpstr>
      <vt:lpstr>Group Exercise [thinkcspy 12.7]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dc:title>
  <dc:creator>Matthew</dc:creator>
  <cp:lastModifiedBy>Matthew</cp:lastModifiedBy>
  <cp:revision>34</cp:revision>
  <dcterms:created xsi:type="dcterms:W3CDTF">2023-02-04T18:48:00Z</dcterms:created>
  <dcterms:modified xsi:type="dcterms:W3CDTF">2023-03-26T22:15:01Z</dcterms:modified>
</cp:coreProperties>
</file>